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" d="100"/>
          <a:sy n="10" d="100"/>
        </p:scale>
        <p:origin x="2120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600F-43AE-40AB-A944-AE825A95E4F6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CB42-EEE7-491A-A0AF-3C60DE169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766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600F-43AE-40AB-A944-AE825A95E4F6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CB42-EEE7-491A-A0AF-3C60DE169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0460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600F-43AE-40AB-A944-AE825A95E4F6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CB42-EEE7-491A-A0AF-3C60DE169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8764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600F-43AE-40AB-A944-AE825A95E4F6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CB42-EEE7-491A-A0AF-3C60DE169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5031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600F-43AE-40AB-A944-AE825A95E4F6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CB42-EEE7-491A-A0AF-3C60DE169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9858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600F-43AE-40AB-A944-AE825A95E4F6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CB42-EEE7-491A-A0AF-3C60DE169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1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600F-43AE-40AB-A944-AE825A95E4F6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CB42-EEE7-491A-A0AF-3C60DE169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248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600F-43AE-40AB-A944-AE825A95E4F6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CB42-EEE7-491A-A0AF-3C60DE169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041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600F-43AE-40AB-A944-AE825A95E4F6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CB42-EEE7-491A-A0AF-3C60DE169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7396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600F-43AE-40AB-A944-AE825A95E4F6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CB42-EEE7-491A-A0AF-3C60DE169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518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600F-43AE-40AB-A944-AE825A95E4F6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CB42-EEE7-491A-A0AF-3C60DE169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57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C0E600F-43AE-40AB-A944-AE825A95E4F6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6CBCB42-EEE7-491A-A0AF-3C60DE169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19675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921E16-BA77-1623-D567-E4E6039F9A8D}"/>
              </a:ext>
            </a:extLst>
          </p:cNvPr>
          <p:cNvSpPr txBox="1"/>
          <p:nvPr/>
        </p:nvSpPr>
        <p:spPr>
          <a:xfrm>
            <a:off x="344905" y="2942827"/>
            <a:ext cx="11502190" cy="4662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『Age of Okayama』</a:t>
            </a:r>
          </a:p>
          <a:p>
            <a:pPr algn="ctr"/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── 登場人物 ──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桃太郎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おじいさん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おばあさん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鬼</a:t>
            </a: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── 建造物 ──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岡山城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イオンモール岡山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老人ホーム</a:t>
            </a: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── 音楽 ──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タイトル　「龍脈谷」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  MOMIZizm music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  https://music.storyinvention.com/ryuu-myaku-dani/</a:t>
            </a: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建築　「ドア」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  VSQ plus+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https://vsq.co.jp/plus/page/7/?s=%E5%B7%A5</a:t>
            </a: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── 制作陣 ──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制作</a:t>
            </a:r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ベリービッグエンディアン</a:t>
            </a:r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チームリーダー</a:t>
            </a:r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大野 颯也</a:t>
            </a:r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企画</a:t>
            </a:r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中川 浩明</a:t>
            </a:r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プログラミング</a:t>
            </a:r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寺本 祥汰</a:t>
            </a:r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画像</a:t>
            </a:r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渡邉 瑠々</a:t>
            </a:r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音曲</a:t>
            </a:r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足立 悠司</a:t>
            </a:r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紹介動画</a:t>
            </a:r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寺本 祥汰</a:t>
            </a: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─ 使用したツール ─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Unity 6.1 (6000.1.8f1)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Blender 4.5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ChatGPT-5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Gemini</a:t>
            </a:r>
          </a:p>
          <a:p>
            <a:pPr algn="ctr"/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en-US" altLang="ja-JP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── 結びに ──  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この物語を遊んでくださり  </a:t>
            </a:r>
          </a:p>
          <a:p>
            <a:pPr algn="ctr"/>
            <a:r>
              <a:rPr lang="ja-JP" altLang="en-US" sz="4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  心より感謝申し上げます。</a:t>
            </a: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pPr algn="ctr"/>
            <a:endParaRPr lang="ja-JP" altLang="en-US" sz="48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023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0 -6.29537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47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366</Words>
  <Application>Microsoft Office PowerPoint</Application>
  <PresentationFormat>ワイド画面</PresentationFormat>
  <Paragraphs>60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HGP行書体</vt:lpstr>
      <vt:lpstr>Aptos</vt:lpstr>
      <vt:lpstr>Aptos Display</vt:lpstr>
      <vt:lpstr>Arial</vt:lpstr>
      <vt:lpstr>Office Theme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大野 颯也</dc:creator>
  <cp:lastModifiedBy>大野 颯也</cp:lastModifiedBy>
  <cp:revision>2</cp:revision>
  <dcterms:created xsi:type="dcterms:W3CDTF">2025-08-24T03:06:54Z</dcterms:created>
  <dcterms:modified xsi:type="dcterms:W3CDTF">2025-08-24T03:21:47Z</dcterms:modified>
</cp:coreProperties>
</file>