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A9AD11-4055-43BB-9FBF-981386D96FF8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F64194-B833-4317-A4EF-E00529DFA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3360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F64194-B833-4317-A4EF-E00529DFA67B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49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575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379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324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499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0513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0760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755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6213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5540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701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30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5C0E600F-43AE-40AB-A944-AE825A95E4F6}" type="datetimeFigureOut">
              <a:rPr kumimoji="1" lang="ja-JP" altLang="en-US" smtClean="0"/>
              <a:t>2025/8/25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6CBCB42-EEE7-491A-A0AF-3C60DE169F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28475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黒い背景と白い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682995A1-540B-45A0-6DEE-7862E1163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図 5" descr="レゴ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DDD83A4-AFA2-F0F2-5065-9B21112004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115" y="3592287"/>
            <a:ext cx="5943600" cy="3343275"/>
          </a:xfrm>
          <a:prstGeom prst="rect">
            <a:avLst/>
          </a:prstGeom>
        </p:spPr>
      </p:pic>
      <p:pic>
        <p:nvPicPr>
          <p:cNvPr id="8" name="図 7" descr="ランプ, 小さい, コンピュータ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C05BA68-D3E9-CA39-A6D3-93BB317E5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632" y="0"/>
            <a:ext cx="6250819" cy="351608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921E16-BA77-1623-D567-E4E6039F9A8D}"/>
              </a:ext>
            </a:extLst>
          </p:cNvPr>
          <p:cNvSpPr txBox="1"/>
          <p:nvPr/>
        </p:nvSpPr>
        <p:spPr>
          <a:xfrm>
            <a:off x="344905" y="2644170"/>
            <a:ext cx="1150219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9600" b="1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『Age of Okayama』</a:t>
            </a:r>
          </a:p>
        </p:txBody>
      </p:sp>
    </p:spTree>
    <p:extLst>
      <p:ext uri="{BB962C8B-B14F-4D97-AF65-F5344CB8AC3E}">
        <p14:creationId xmlns:p14="http://schemas.microsoft.com/office/powerpoint/2010/main" val="2210232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B1820912-D90C-C052-A3C0-7861A2CC8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1" y="0"/>
            <a:ext cx="12192000" cy="6857999"/>
          </a:xfrm>
          <a:prstGeom prst="rect">
            <a:avLst/>
          </a:prstGeom>
        </p:spPr>
      </p:pic>
      <p:pic>
        <p:nvPicPr>
          <p:cNvPr id="16" name="図 15" descr="小さい, 空気, 暗い, 大き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E83EBC7-AFF3-7CE5-6192-9B75A6CB7B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628" y="1731828"/>
            <a:ext cx="4257523" cy="2394857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F9C391-F5F7-176E-7126-729B2A8E8D35}"/>
              </a:ext>
            </a:extLst>
          </p:cNvPr>
          <p:cNvSpPr txBox="1"/>
          <p:nvPr/>
        </p:nvSpPr>
        <p:spPr>
          <a:xfrm>
            <a:off x="-484415" y="11020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ja-JP" altLang="en-US" sz="2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sz="2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── 登場人物 ──</a:t>
            </a:r>
          </a:p>
          <a:p>
            <a:pPr algn="ctr"/>
            <a:r>
              <a:rPr lang="ja-JP" altLang="en-US" sz="2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桃太郎</a:t>
            </a:r>
          </a:p>
          <a:p>
            <a:pPr algn="ctr"/>
            <a:r>
              <a:rPr lang="ja-JP" altLang="en-US" sz="2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おじいさん</a:t>
            </a:r>
          </a:p>
          <a:p>
            <a:pPr algn="ctr"/>
            <a:r>
              <a:rPr lang="ja-JP" altLang="en-US" sz="2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おばあさん</a:t>
            </a:r>
          </a:p>
          <a:p>
            <a:pPr algn="ctr"/>
            <a:r>
              <a:rPr lang="ja-JP" altLang="en-US" sz="2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鬼</a:t>
            </a:r>
          </a:p>
          <a:p>
            <a:pPr algn="ctr"/>
            <a:endParaRPr lang="ja-JP" altLang="en-US" sz="2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sz="2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DF8F95C-A4D7-2E8E-52E8-EA276EA9B0E9}"/>
              </a:ext>
            </a:extLst>
          </p:cNvPr>
          <p:cNvSpPr txBox="1"/>
          <p:nvPr/>
        </p:nvSpPr>
        <p:spPr>
          <a:xfrm>
            <a:off x="-794657" y="4169965"/>
            <a:ext cx="640624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── 建造物 ──</a:t>
            </a:r>
          </a:p>
          <a:p>
            <a:pPr algn="ctr"/>
            <a:r>
              <a:rPr lang="ja-JP" altLang="en-US" sz="32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岡山城</a:t>
            </a:r>
          </a:p>
          <a:p>
            <a:pPr algn="ctr"/>
            <a:r>
              <a:rPr lang="ja-JP" altLang="en-US" sz="32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イオンモール岡山</a:t>
            </a:r>
          </a:p>
          <a:p>
            <a:pPr algn="ctr"/>
            <a:r>
              <a:rPr lang="ja-JP" altLang="en-US" sz="32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老人ホーム</a:t>
            </a:r>
          </a:p>
          <a:p>
            <a:pPr algn="ctr"/>
            <a:endParaRPr lang="ja-JP" altLang="en-US" sz="32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sz="32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</p:txBody>
      </p:sp>
      <p:pic>
        <p:nvPicPr>
          <p:cNvPr id="14" name="図 13" descr="暗い, 探す, 飛ぶ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80D28C3-D669-3343-5963-BDEC6D5F19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2208" y="3108136"/>
            <a:ext cx="4762499" cy="258532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53FB2F-11D2-1CC1-2AD6-85F248AE8B3F}"/>
              </a:ext>
            </a:extLst>
          </p:cNvPr>
          <p:cNvSpPr txBox="1"/>
          <p:nvPr/>
        </p:nvSpPr>
        <p:spPr>
          <a:xfrm>
            <a:off x="5747657" y="270340"/>
            <a:ext cx="640624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── 音楽 ──</a:t>
            </a:r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sz="1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○MOMIZizm music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　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https://music.storyinvention.com/</a:t>
            </a: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・タイトル　「龍脈谷」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・ゲーム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BGM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　「</a:t>
            </a:r>
            <a:r>
              <a:rPr lang="en-US" altLang="ja-JP" dirty="0" err="1">
                <a:latin typeface="HGS行書体" panose="03000600000000000000" pitchFamily="66" charset="-128"/>
                <a:ea typeface="HGS行書体" panose="03000600000000000000" pitchFamily="66" charset="-128"/>
              </a:rPr>
              <a:t>Kowareta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 Kimono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」</a:t>
            </a:r>
          </a:p>
          <a:p>
            <a:pPr algn="ctr"/>
            <a:endParaRPr lang="ja-JP" altLang="en-US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sz="1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○VSQ plus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　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https://vsq.co.jp/plus/</a:t>
            </a:r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・建築　「ドア」</a:t>
            </a:r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○効果音ラボ　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https://soundeffect-lab.info/sound/battle/</a:t>
            </a:r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sz="18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・「間抜け４」</a:t>
            </a:r>
            <a:endParaRPr lang="en-US" altLang="ja-JP" sz="1800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・「きらきら輝く１」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・クリック音「決定ボタンを押す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1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・弓「弓矢を放つ」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・刀「刀剣・切る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07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・鎌「刀剣・切る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04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」</a:t>
            </a:r>
          </a:p>
          <a:p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○効果音工房　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https://umipla.com/etc</a:t>
            </a: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・槍「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se_tsuki01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○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On-Jin </a:t>
            </a:r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～音人～　</a:t>
            </a:r>
            <a:r>
              <a:rPr lang="en-US" altLang="ja-JP" dirty="0">
                <a:latin typeface="HGS行書体" panose="03000600000000000000" pitchFamily="66" charset="-128"/>
                <a:ea typeface="HGS行書体" panose="03000600000000000000" pitchFamily="66" charset="-128"/>
              </a:rPr>
              <a:t>https://on-jin.com/sound/meka.php</a:t>
            </a:r>
          </a:p>
          <a:p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・金棒「木刀・振る」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8025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C37A3-53D2-229D-C660-88EE35A34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187ECFF-97FC-4D53-6DA4-011A0E031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4FAC185-1CAC-ACCC-A047-43CDAA734C3E}"/>
              </a:ext>
            </a:extLst>
          </p:cNvPr>
          <p:cNvSpPr txBox="1"/>
          <p:nvPr/>
        </p:nvSpPr>
        <p:spPr>
          <a:xfrm>
            <a:off x="-921657" y="474344"/>
            <a:ext cx="640624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── 制作陣 ──</a:t>
            </a: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制作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ベリービッグエンディアン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チームリーダー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大野 颯也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企画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中川 浩明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プログラミング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寺本 祥汰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画像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渡邉 瑠々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音曲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足立 悠司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endParaRPr lang="ja-JP" altLang="en-US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紹介動画</a:t>
            </a:r>
            <a:endParaRPr lang="en-US" altLang="ja-JP" dirty="0">
              <a:latin typeface="HGS行書体" panose="03000600000000000000" pitchFamily="66" charset="-128"/>
              <a:ea typeface="HGS行書体" panose="03000600000000000000" pitchFamily="66" charset="-128"/>
            </a:endParaRPr>
          </a:p>
          <a:p>
            <a:pPr algn="ctr"/>
            <a:r>
              <a:rPr lang="ja-JP" altLang="en-US" dirty="0">
                <a:latin typeface="HGS行書体" panose="03000600000000000000" pitchFamily="66" charset="-128"/>
                <a:ea typeface="HGS行書体" panose="03000600000000000000" pitchFamily="66" charset="-128"/>
              </a:rPr>
              <a:t>寺本 祥汰</a:t>
            </a:r>
          </a:p>
        </p:txBody>
      </p:sp>
      <p:pic>
        <p:nvPicPr>
          <p:cNvPr id="8" name="図 7" descr="座る, ボックス, テーブル, 小さ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605C0FB-0F8B-3146-5092-48083738B7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85" y="3898065"/>
            <a:ext cx="5600700" cy="3150394"/>
          </a:xfrm>
          <a:prstGeom prst="rect">
            <a:avLst/>
          </a:prstGeom>
        </p:spPr>
      </p:pic>
      <p:pic>
        <p:nvPicPr>
          <p:cNvPr id="14" name="図 13" descr="建物, 傘, ベッド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BC6F606-DA9E-0E6C-55CF-309BF8B18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886" y="3943581"/>
            <a:ext cx="5147733" cy="28956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68AB893-AB14-D487-2167-A8CFC9AE7E31}"/>
              </a:ext>
            </a:extLst>
          </p:cNvPr>
          <p:cNvSpPr txBox="1"/>
          <p:nvPr/>
        </p:nvSpPr>
        <p:spPr>
          <a:xfrm>
            <a:off x="5825671" y="474344"/>
            <a:ext cx="68199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 使用したツール ─</a:t>
            </a:r>
          </a:p>
          <a:p>
            <a:pPr algn="ctr"/>
            <a:r>
              <a:rPr lang="ja-JP" altLang="en-US" sz="24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Unity 6.1 (6000.1.8f1)</a:t>
            </a:r>
          </a:p>
          <a:p>
            <a:pPr algn="ctr"/>
            <a:r>
              <a:rPr lang="ja-JP" altLang="en-US" sz="24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Blender 4.5</a:t>
            </a:r>
          </a:p>
          <a:p>
            <a:pPr algn="ctr"/>
            <a:r>
              <a:rPr lang="ja-JP" altLang="en-US" sz="24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ChatGPT-5</a:t>
            </a:r>
          </a:p>
          <a:p>
            <a:pPr algn="ctr"/>
            <a:r>
              <a:rPr lang="ja-JP" altLang="en-US" sz="24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Gemini</a:t>
            </a:r>
          </a:p>
        </p:txBody>
      </p:sp>
      <p:pic>
        <p:nvPicPr>
          <p:cNvPr id="12" name="図 11" descr="ネックレス, ロケッ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28FEDBB-C33B-6474-C63A-F5E5EAE4AC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4100" y="2126008"/>
            <a:ext cx="4122057" cy="231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384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DA837-27E3-7406-BE3A-3788834ED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EB7B3CA-5765-2B67-E681-E3FC5E34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92EC32-BF06-8794-2EAC-17A088CA1816}"/>
              </a:ext>
            </a:extLst>
          </p:cNvPr>
          <p:cNvSpPr txBox="1"/>
          <p:nvPr/>
        </p:nvSpPr>
        <p:spPr>
          <a:xfrm>
            <a:off x="-168728" y="1997839"/>
            <a:ext cx="1252945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60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── 結びに ──  </a:t>
            </a:r>
          </a:p>
          <a:p>
            <a:pPr algn="ctr"/>
            <a:r>
              <a:rPr lang="ja-JP" altLang="en-US" sz="60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この物語を遊んでくださり  </a:t>
            </a:r>
          </a:p>
          <a:p>
            <a:pPr algn="ctr"/>
            <a:r>
              <a:rPr lang="ja-JP" altLang="en-US" sz="6000" dirty="0">
                <a:latin typeface="HGS行書体" panose="03000600000000000000" pitchFamily="66" charset="-128"/>
                <a:ea typeface="HGS行書体" panose="03000600000000000000" pitchFamily="66" charset="-128"/>
              </a:rPr>
              <a:t>  心より感謝申し上げます。</a:t>
            </a:r>
          </a:p>
        </p:txBody>
      </p:sp>
    </p:spTree>
    <p:extLst>
      <p:ext uri="{BB962C8B-B14F-4D97-AF65-F5344CB8AC3E}">
        <p14:creationId xmlns:p14="http://schemas.microsoft.com/office/powerpoint/2010/main" val="3695208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</TotalTime>
  <Words>426</Words>
  <Application>Microsoft Office PowerPoint</Application>
  <PresentationFormat>ワイド画面</PresentationFormat>
  <Paragraphs>62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HGS行書体</vt:lpstr>
      <vt:lpstr>游ゴシック</vt:lpstr>
      <vt:lpstr>Aptos</vt:lpstr>
      <vt:lpstr>Aptos Display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5</cp:revision>
  <dcterms:created xsi:type="dcterms:W3CDTF">2025-08-24T03:06:54Z</dcterms:created>
  <dcterms:modified xsi:type="dcterms:W3CDTF">2025-08-25T02:10:19Z</dcterms:modified>
</cp:coreProperties>
</file>