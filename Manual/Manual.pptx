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3" r:id="rId6"/>
    <p:sldId id="261" r:id="rId7"/>
    <p:sldId id="262" r:id="rId8"/>
    <p:sldId id="265" r:id="rId9"/>
    <p:sldId id="264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36" d="100"/>
          <a:sy n="36" d="100"/>
        </p:scale>
        <p:origin x="1116" y="5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2EEB43-DE53-03B4-CE19-BF3CB58DC6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C1C3995-C652-0AC5-ED98-08B07FFA8D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D35A8B-2EE2-0653-659F-64E356751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A8FA42-B1B6-DA6B-130F-8E1511010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47F2F9-BE12-DE7E-37D8-65F6C880F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1913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AE69D9-D3B8-56D8-F998-3893166A9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EB5AAC1-CE51-A6F5-D66A-7005938C0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4CFE8D-02D0-C1AE-5050-B7179AC54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1BCF16-CCED-B875-71E2-20E8A3FC4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17BD11-8168-91A9-02F9-77DED9BC1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151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EC42FD-15AF-88F6-D617-151ACB9E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125DEF-D082-1A66-C6AB-58CB431C9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323950-A6F8-12BB-2EDB-C8D164BCC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2747DA-DA68-7349-3377-0D5DF2917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9FCFD9-31DD-CBE8-1834-8AFC32CE1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429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03094D-BD94-729D-C247-C8119DC03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970DD6-D523-663B-2DC8-575D62354B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336035-DE1C-A7C9-C044-7A5A6580B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BFD54B9-9231-5B31-FCF6-636CAA93F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A7DE490-A43A-0E42-D69C-F2AE65467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7051496-4684-7902-61C7-4401DAD4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841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E43E4A-2902-7F9A-CB08-EC4D31F25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BEEC712-47C9-5D99-8AE5-CDA534F6E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A093075-684D-D0F5-3580-04DF782C3E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40A839B-5617-0C92-ED70-88775E65F4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6AFBBFB-C84F-0CE4-74B8-DDFCF79455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64701C2-3869-2328-376E-A199A34C2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8C175F3-32EE-AF0F-7416-5A7BF79F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6C62050-1E36-19CC-12F4-0BD89A296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7054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BA1F12-8893-2F11-3210-B4F3273EF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AA0FFB2-0525-3A38-0C15-CA8DE9135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11E56E0-7C0B-2983-48A1-A449E6828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51D5CF9-4755-A8E2-B505-784D7AAE8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0142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EBB010-0864-C827-B74F-E0A0093CB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F1D8C54-8A56-AA2C-5E9C-A272710F1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316EEC4-BF7B-D5FA-B0B8-2EB831DEB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012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8C5362-D603-4431-38D9-EA3C966BC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B8DE0E-9FED-EB8A-4A30-8A942E39BB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CF139FD-1109-2210-B502-1B1485B4BC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CB780C-9445-D4C0-D6BC-0EFF5280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1C26CB5-7CFD-8864-D210-0D9BE9E1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E246C80-C954-ECC9-A169-E53CECBEA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6876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D01797-FB3E-B3BB-AFF3-70E78A180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7AC0C6D-18F7-3725-547F-3E7E493F50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8642E4A-62BE-EAE1-BAEA-803EF0D3B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F22A841-0CBE-AF5D-1697-9749EFD9B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6191A4-C4B7-07E3-DF14-0E9B6F305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8B287E7-5D50-1AE2-D8E3-A6D43ED7C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7128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BE9F8-6119-D41D-EB3F-BC0D763D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7AD9594-B3DD-A736-939C-A05796502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D76DCC-B689-7D30-5051-AFD6E4281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4FF608-93B3-B77B-3252-6B726FA47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564754-19A6-D605-66AF-031D411C2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9922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FA1DF35-03E6-9B68-F052-A8494D286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067AC2D-DF7D-8C87-9274-99F902AC4B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F6CEBF-EC5E-DBC0-8269-B9F63E99C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AB156A-9F8F-9411-29EC-F47091ABF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DE80F4-8AC6-32FE-103A-B8D1C21CF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0366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DCA131F-9778-D0AB-AE3A-B0F740E0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9E9BD2C-F0C1-7DA2-424B-9B922B3151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EC8C45-79F4-EC92-396F-C29B58685F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F37FD3-C2F1-4B63-9CAA-A56535B9F86E}" type="datetimeFigureOut">
              <a:rPr kumimoji="1" lang="ja-JP" altLang="en-US" smtClean="0"/>
              <a:t>2025/8/23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E813A6-C1BD-43FF-FB09-D13621CCD6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C24383-3CBC-59F3-9840-CA4D6738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9861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E18596E3-1A0C-6BF4-780B-146ED3F1C1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 descr="レゴ, 座る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AA088C9-5B2E-8742-68D1-4C80CBB355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34022" y="-880314"/>
            <a:ext cx="14726022" cy="8283388"/>
          </a:xfrm>
          <a:prstGeom prst="rect">
            <a:avLst/>
          </a:prstGeom>
        </p:spPr>
      </p:pic>
      <p:sp>
        <p:nvSpPr>
          <p:cNvPr id="7" name="スクロール: 横 6">
            <a:extLst>
              <a:ext uri="{FF2B5EF4-FFF2-40B4-BE49-F238E27FC236}">
                <a16:creationId xmlns:a16="http://schemas.microsoft.com/office/drawing/2014/main" id="{1F6E0B71-E889-829E-D4A8-DA59504385DF}"/>
              </a:ext>
            </a:extLst>
          </p:cNvPr>
          <p:cNvSpPr/>
          <p:nvPr/>
        </p:nvSpPr>
        <p:spPr>
          <a:xfrm>
            <a:off x="7151913" y="391886"/>
            <a:ext cx="4376058" cy="2340428"/>
          </a:xfrm>
          <a:prstGeom prst="horizontalScroll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岡山城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本ゲームの拠点</a:t>
            </a:r>
            <a:endParaRPr lang="en-US" altLang="ja-JP" dirty="0"/>
          </a:p>
          <a:p>
            <a:r>
              <a:rPr lang="ja-JP" altLang="en-US" dirty="0"/>
              <a:t>耐久力が０になるとゲームオーバーとなってしまう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9470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コンテンツ プレースホルダー 8" descr="小さい, 空気, 暗い, 大きい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BABA06F3-CBBA-A150-9C0C-C7E5B65D6D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96989" y="-1040466"/>
            <a:ext cx="15891433" cy="8938932"/>
          </a:xfrm>
          <a:prstGeom prst="rect">
            <a:avLst/>
          </a:prstGeom>
        </p:spPr>
      </p:pic>
      <p:sp>
        <p:nvSpPr>
          <p:cNvPr id="13" name="スクロール: 横 12">
            <a:extLst>
              <a:ext uri="{FF2B5EF4-FFF2-40B4-BE49-F238E27FC236}">
                <a16:creationId xmlns:a16="http://schemas.microsoft.com/office/drawing/2014/main" id="{E1733D75-641F-3FD7-844C-4C623BFB0DC1}"/>
              </a:ext>
            </a:extLst>
          </p:cNvPr>
          <p:cNvSpPr/>
          <p:nvPr/>
        </p:nvSpPr>
        <p:spPr>
          <a:xfrm>
            <a:off x="7151913" y="391886"/>
            <a:ext cx="4376058" cy="2340428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伐採機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en-US" altLang="ja-JP" dirty="0"/>
              <a:t>AoE</a:t>
            </a:r>
            <a:r>
              <a:rPr lang="ja-JP" altLang="en-US" dirty="0"/>
              <a:t>モチーフの伐採機</a:t>
            </a:r>
            <a:endParaRPr kumimoji="1" lang="en-US" altLang="ja-JP" dirty="0"/>
          </a:p>
          <a:p>
            <a:r>
              <a:rPr kumimoji="1" lang="ja-JP" altLang="en-US" dirty="0"/>
              <a:t>設置すると自動で木材を回収してくれる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894897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輸送, 飛ぶ, 暗い, 飛行機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65652AF-8D61-EB3E-20AA-A41A6D9EB6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93472" y="0"/>
            <a:ext cx="15885472" cy="8935579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6403E06A-DD06-5BEE-E043-E422AF9B6D91}"/>
              </a:ext>
            </a:extLst>
          </p:cNvPr>
          <p:cNvSpPr/>
          <p:nvPr/>
        </p:nvSpPr>
        <p:spPr>
          <a:xfrm>
            <a:off x="7582219" y="519314"/>
            <a:ext cx="4376058" cy="2340428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集</a:t>
            </a:r>
            <a:r>
              <a:rPr lang="ja-JP" altLang="en-US" dirty="0"/>
              <a:t>石機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kumimoji="1" lang="en-US" altLang="ja-JP" dirty="0"/>
              <a:t>AoE</a:t>
            </a:r>
            <a:r>
              <a:rPr kumimoji="1" lang="ja-JP" altLang="en-US" dirty="0"/>
              <a:t>モチーフの集石機</a:t>
            </a:r>
            <a:endParaRPr kumimoji="1" lang="en-US" altLang="ja-JP" dirty="0"/>
          </a:p>
          <a:p>
            <a:r>
              <a:rPr kumimoji="1" lang="ja-JP" altLang="en-US" dirty="0"/>
              <a:t>設置すると自動で石材を回収してくれる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93684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 descr="ケーキ, テーブル, 食品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04A610D-7661-C9FB-3F32-05680D6CD7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13772" y="-537884"/>
            <a:ext cx="16128501" cy="9072283"/>
          </a:xfr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FB9B7842-1DCD-B40C-8E2C-DBCAE756E8EA}"/>
              </a:ext>
            </a:extLst>
          </p:cNvPr>
          <p:cNvSpPr/>
          <p:nvPr/>
        </p:nvSpPr>
        <p:spPr>
          <a:xfrm>
            <a:off x="7618078" y="0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ネオンモール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どこか見覚えのあるショッピングモール</a:t>
            </a:r>
            <a:endParaRPr kumimoji="1" lang="en-US" altLang="ja-JP" dirty="0"/>
          </a:p>
          <a:p>
            <a:r>
              <a:rPr kumimoji="1" lang="ja-JP" altLang="en-US" dirty="0"/>
              <a:t>設置すると自動で金を回収してくれる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41137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CA21D-577A-3497-EEB6-802B52339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記号, 座る, テーブル, ベッド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43F29C5-F6B0-AB75-C14A-0C86550F8A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3410C670-32EE-3EE5-7544-22A34CFDB7CD}"/>
              </a:ext>
            </a:extLst>
          </p:cNvPr>
          <p:cNvSpPr/>
          <p:nvPr/>
        </p:nvSpPr>
        <p:spPr>
          <a:xfrm>
            <a:off x="7492572" y="555811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老人ホーム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人生の終着地点</a:t>
            </a:r>
            <a:endParaRPr lang="en-US" altLang="ja-JP" dirty="0"/>
          </a:p>
          <a:p>
            <a:r>
              <a:rPr lang="ja-JP" altLang="en-US" dirty="0"/>
              <a:t>老人ホーム</a:t>
            </a:r>
            <a:r>
              <a:rPr kumimoji="1" lang="ja-JP" altLang="en-US" dirty="0"/>
              <a:t>を設置すると，そこからユニットが生まれてくるようになる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86841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9D5B9-DBFF-93CF-7CAA-0C01810B3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ランプ, 小さい, コンピュータ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2C8DECE-72B3-B174-BA67-167E14D7D7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0883" y="-717175"/>
            <a:ext cx="15522883" cy="8731622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126EC174-A1F3-83A1-3DD4-75718AF53FEE}"/>
              </a:ext>
            </a:extLst>
          </p:cNvPr>
          <p:cNvSpPr/>
          <p:nvPr/>
        </p:nvSpPr>
        <p:spPr>
          <a:xfrm>
            <a:off x="7384995" y="2366683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桃太郎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岡山を守り抜くべく生まれてきた男</a:t>
            </a:r>
            <a:endParaRPr lang="en-US" altLang="ja-JP" dirty="0"/>
          </a:p>
          <a:p>
            <a:r>
              <a:rPr lang="ja-JP" altLang="en-US" dirty="0"/>
              <a:t>実は鬼は悪ではなく桃太郎がただの窃盗犯という視点，好きです．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65065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09CAE-1361-E5E0-83C2-E5B49BACA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グリーン, 屋内, 小さい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7FB555F8-D367-8432-7B11-EA200E45FA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77914" y="-681318"/>
            <a:ext cx="13403231" cy="7539318"/>
          </a:xfrm>
          <a:prstGeom prst="rect">
            <a:avLst/>
          </a:prstGeom>
        </p:spPr>
      </p:pic>
      <p:pic>
        <p:nvPicPr>
          <p:cNvPr id="4" name="図 3" descr="グリーン, 屋内, 小さい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13E3540-CD5E-2586-5DC8-E239DA6A1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3403" y="-340659"/>
            <a:ext cx="13403231" cy="7539318"/>
          </a:xfrm>
          <a:prstGeom prst="rect">
            <a:avLst/>
          </a:prstGeom>
        </p:spPr>
      </p:pic>
      <p:sp>
        <p:nvSpPr>
          <p:cNvPr id="5" name="スクロール: 横 4">
            <a:extLst>
              <a:ext uri="{FF2B5EF4-FFF2-40B4-BE49-F238E27FC236}">
                <a16:creationId xmlns:a16="http://schemas.microsoft.com/office/drawing/2014/main" id="{FFB99953-A4A5-A38D-9016-90F2CD0D4C66}"/>
              </a:ext>
            </a:extLst>
          </p:cNvPr>
          <p:cNvSpPr/>
          <p:nvPr/>
        </p:nvSpPr>
        <p:spPr>
          <a:xfrm>
            <a:off x="7277419" y="524435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おじいさん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孫の為なら危険を顧みずに戦う</a:t>
            </a:r>
            <a:endParaRPr lang="en-US" altLang="ja-JP" dirty="0"/>
          </a:p>
          <a:p>
            <a:r>
              <a:rPr kumimoji="1" lang="ja-JP" altLang="en-US" dirty="0"/>
              <a:t>桃の中に桃太</a:t>
            </a:r>
            <a:r>
              <a:rPr lang="ja-JP" altLang="en-US" dirty="0"/>
              <a:t>郎説の他に，桃を食べて若返る説というのがあるらしい．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297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F7E8D-F5FF-FDE9-F2DC-6110AA75C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クマの人形&#10;&#10;AI 生成コンテンツは誤りを含む可能性があります。">
            <a:extLst>
              <a:ext uri="{FF2B5EF4-FFF2-40B4-BE49-F238E27FC236}">
                <a16:creationId xmlns:a16="http://schemas.microsoft.com/office/drawing/2014/main" id="{AA842678-D620-5A1B-0FAF-2B7AF228E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9479" y="-1093693"/>
            <a:ext cx="16895479" cy="9503708"/>
          </a:xfrm>
          <a:prstGeom prst="rect">
            <a:avLst/>
          </a:prstGeom>
        </p:spPr>
      </p:pic>
      <p:sp>
        <p:nvSpPr>
          <p:cNvPr id="4" name="スクロール: 横 3">
            <a:extLst>
              <a:ext uri="{FF2B5EF4-FFF2-40B4-BE49-F238E27FC236}">
                <a16:creationId xmlns:a16="http://schemas.microsoft.com/office/drawing/2014/main" id="{5E2A0321-A796-45CB-A049-742F5053D432}"/>
              </a:ext>
            </a:extLst>
          </p:cNvPr>
          <p:cNvSpPr/>
          <p:nvPr/>
        </p:nvSpPr>
        <p:spPr>
          <a:xfrm>
            <a:off x="7420855" y="865094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おばあさん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孫の為なら危険を顧みずに戦う</a:t>
            </a:r>
            <a:endParaRPr lang="en-US" altLang="ja-JP" dirty="0"/>
          </a:p>
          <a:p>
            <a:r>
              <a:rPr kumimoji="1" lang="ja-JP" altLang="en-US" dirty="0"/>
              <a:t>優しそうな顔の裏には，鬼を倒すという意思が隠れている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66152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22996-0584-1211-D3F9-F5CD033CE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机の上に置いてあるランプ&#10;&#10;AI 生成コンテンツは誤りを含む可能性があります。">
            <a:extLst>
              <a:ext uri="{FF2B5EF4-FFF2-40B4-BE49-F238E27FC236}">
                <a16:creationId xmlns:a16="http://schemas.microsoft.com/office/drawing/2014/main" id="{489CE221-0EA2-5B7D-04A2-BC7F4421C9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3E3980DF-DDBF-9B48-1C30-4820704C806A}"/>
              </a:ext>
            </a:extLst>
          </p:cNvPr>
          <p:cNvSpPr/>
          <p:nvPr/>
        </p:nvSpPr>
        <p:spPr>
          <a:xfrm>
            <a:off x="7277419" y="524435"/>
            <a:ext cx="4376058" cy="2563906"/>
          </a:xfrm>
          <a:prstGeom prst="horizontalScroll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鬼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敵キャラ</a:t>
            </a:r>
            <a:endParaRPr lang="en-US" altLang="ja-JP" dirty="0"/>
          </a:p>
          <a:p>
            <a:r>
              <a:rPr kumimoji="1" lang="ja-JP" altLang="en-US" dirty="0"/>
              <a:t>手に持っている殺意高めの金棒ですべてを蹂躙していく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445618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23C74-837D-980D-01DD-5C63699E7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8362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353</Words>
  <Application>Microsoft Office PowerPoint</Application>
  <PresentationFormat>ワイド画面</PresentationFormat>
  <Paragraphs>36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大野 颯也</dc:creator>
  <cp:lastModifiedBy>大野 颯也</cp:lastModifiedBy>
  <cp:revision>3</cp:revision>
  <dcterms:created xsi:type="dcterms:W3CDTF">2025-08-23T06:26:17Z</dcterms:created>
  <dcterms:modified xsi:type="dcterms:W3CDTF">2025-08-23T07:36:10Z</dcterms:modified>
</cp:coreProperties>
</file>