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63" r:id="rId3"/>
    <p:sldId id="257" r:id="rId4"/>
    <p:sldId id="258" r:id="rId5"/>
    <p:sldId id="260" r:id="rId6"/>
    <p:sldId id="268" r:id="rId7"/>
    <p:sldId id="261" r:id="rId8"/>
    <p:sldId id="262" r:id="rId9"/>
    <p:sldId id="265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5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770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32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44642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3177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9442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298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254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2330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42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638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4380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BCF37FD3-C2F1-4B63-9CAA-A56535B9F86E}" type="datetimeFigureOut">
              <a:rPr kumimoji="1" lang="ja-JP" altLang="en-US" smtClean="0"/>
              <a:t>2025/8/24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93A4368-CE7B-4D2C-B5EC-586BA4C0B6E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9365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字幕 2">
            <a:extLst>
              <a:ext uri="{FF2B5EF4-FFF2-40B4-BE49-F238E27FC236}">
                <a16:creationId xmlns:a16="http://schemas.microsoft.com/office/drawing/2014/main" id="{E18596E3-1A0C-6BF4-780B-146ED3F1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5" name="図 4" descr="レゴ, 座る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AA088C9-5B2E-8742-68D1-4C80CBB35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34022" y="-880314"/>
            <a:ext cx="14726022" cy="8283388"/>
          </a:xfrm>
          <a:prstGeom prst="rect">
            <a:avLst/>
          </a:prstGeom>
        </p:spPr>
      </p:pic>
      <p:sp>
        <p:nvSpPr>
          <p:cNvPr id="7" name="スクロール: 横 6">
            <a:extLst>
              <a:ext uri="{FF2B5EF4-FFF2-40B4-BE49-F238E27FC236}">
                <a16:creationId xmlns:a16="http://schemas.microsoft.com/office/drawing/2014/main" id="{1F6E0B71-E889-829E-D4A8-DA59504385DF}"/>
              </a:ext>
            </a:extLst>
          </p:cNvPr>
          <p:cNvSpPr/>
          <p:nvPr/>
        </p:nvSpPr>
        <p:spPr>
          <a:xfrm>
            <a:off x="7151913" y="391886"/>
            <a:ext cx="4376058" cy="2340428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岡山城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lang="ja-JP" altLang="en-US" dirty="0"/>
              <a:t>本ゲームの拠点</a:t>
            </a:r>
            <a:endParaRPr lang="en-US" altLang="ja-JP" dirty="0"/>
          </a:p>
          <a:p>
            <a:r>
              <a:rPr lang="ja-JP" altLang="en-US" dirty="0"/>
              <a:t>耐久力が０になるとゲームオーバーとなってしまう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9470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CA21D-577A-3497-EEB6-802B5233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記号, 座る, テーブル, ベッド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43F29C5-F6B0-AB75-C14A-0C86550F8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3410C670-32EE-3EE5-7544-22A34CFDB7CD}"/>
              </a:ext>
            </a:extLst>
          </p:cNvPr>
          <p:cNvSpPr/>
          <p:nvPr/>
        </p:nvSpPr>
        <p:spPr>
          <a:xfrm>
            <a:off x="7492572" y="555811"/>
            <a:ext cx="4376058" cy="256390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老人ホーム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lang="ja-JP" altLang="en-US" dirty="0"/>
              <a:t>人生の終着地点</a:t>
            </a:r>
            <a:endParaRPr lang="en-US" altLang="ja-JP" dirty="0"/>
          </a:p>
          <a:p>
            <a:r>
              <a:rPr lang="ja-JP" altLang="en-US" dirty="0"/>
              <a:t>老人ホーム</a:t>
            </a:r>
            <a:r>
              <a:rPr kumimoji="1" lang="ja-JP" altLang="en-US" dirty="0"/>
              <a:t>を設置すると，そこからユニットが生まれてくるようになる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586841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コンテンツ プレースホルダー 8" descr="小さい, 空気, 暗い, 大きい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ABA06F3-CBBA-A150-9C0C-C7E5B65D6D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796989" y="-1040466"/>
            <a:ext cx="15891433" cy="8938932"/>
          </a:xfrm>
          <a:prstGeom prst="rect">
            <a:avLst/>
          </a:prstGeom>
        </p:spPr>
      </p:pic>
      <p:sp>
        <p:nvSpPr>
          <p:cNvPr id="13" name="スクロール: 横 12">
            <a:extLst>
              <a:ext uri="{FF2B5EF4-FFF2-40B4-BE49-F238E27FC236}">
                <a16:creationId xmlns:a16="http://schemas.microsoft.com/office/drawing/2014/main" id="{E1733D75-641F-3FD7-844C-4C623BFB0DC1}"/>
              </a:ext>
            </a:extLst>
          </p:cNvPr>
          <p:cNvSpPr/>
          <p:nvPr/>
        </p:nvSpPr>
        <p:spPr>
          <a:xfrm>
            <a:off x="7151913" y="391886"/>
            <a:ext cx="4376058" cy="234042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伐採機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lang="en-US" altLang="ja-JP" dirty="0"/>
              <a:t>AoE</a:t>
            </a:r>
            <a:r>
              <a:rPr lang="ja-JP" altLang="en-US" dirty="0"/>
              <a:t>モチーフの伐採機</a:t>
            </a:r>
            <a:endParaRPr kumimoji="1" lang="en-US" altLang="ja-JP" dirty="0"/>
          </a:p>
          <a:p>
            <a:r>
              <a:rPr kumimoji="1" lang="ja-JP" altLang="en-US" dirty="0"/>
              <a:t>設置すると自動で木材を回収してくれる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894897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輸送, 飛ぶ, 暗い, 飛行機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465652AF-8D61-EB3E-20AA-A41A6D9EB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93472" y="0"/>
            <a:ext cx="15885472" cy="8935579"/>
          </a:xfrm>
          <a:prstGeom prst="rect">
            <a:avLst/>
          </a:prstGeom>
        </p:spPr>
      </p:pic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6403E06A-DD06-5BEE-E043-E422AF9B6D91}"/>
              </a:ext>
            </a:extLst>
          </p:cNvPr>
          <p:cNvSpPr/>
          <p:nvPr/>
        </p:nvSpPr>
        <p:spPr>
          <a:xfrm>
            <a:off x="7582219" y="519314"/>
            <a:ext cx="4376058" cy="2340428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集</a:t>
            </a:r>
            <a:r>
              <a:rPr lang="ja-JP" altLang="en-US" dirty="0"/>
              <a:t>石機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kumimoji="1" lang="en-US" altLang="ja-JP" dirty="0"/>
              <a:t>AoE</a:t>
            </a:r>
            <a:r>
              <a:rPr kumimoji="1" lang="ja-JP" altLang="en-US" dirty="0"/>
              <a:t>モチーフの集石機</a:t>
            </a:r>
            <a:endParaRPr kumimoji="1" lang="en-US" altLang="ja-JP" dirty="0"/>
          </a:p>
          <a:p>
            <a:r>
              <a:rPr kumimoji="1" lang="ja-JP" altLang="en-US" dirty="0"/>
              <a:t>設置すると自動で石材を回収してくれる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36849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 descr="ケーキ, テーブル, 食品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504A610D-7661-C9FB-3F32-05680D6CD7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13772" y="-537884"/>
            <a:ext cx="16128501" cy="9072283"/>
          </a:xfrm>
        </p:spPr>
      </p:pic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FB9B7842-1DCD-B40C-8E2C-DBCAE756E8EA}"/>
              </a:ext>
            </a:extLst>
          </p:cNvPr>
          <p:cNvSpPr/>
          <p:nvPr/>
        </p:nvSpPr>
        <p:spPr>
          <a:xfrm>
            <a:off x="7618078" y="0"/>
            <a:ext cx="4376058" cy="256390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ネオンモール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kumimoji="1" lang="ja-JP" altLang="en-US" dirty="0"/>
              <a:t>どこか見覚えのあるショッピングモール</a:t>
            </a:r>
            <a:endParaRPr kumimoji="1" lang="en-US" altLang="ja-JP" dirty="0"/>
          </a:p>
          <a:p>
            <a:r>
              <a:rPr kumimoji="1" lang="ja-JP" altLang="en-US" dirty="0"/>
              <a:t>設置すると自動で金を回収してくれる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84113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1ADD-250A-9E42-E226-5C36B8CAE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建物, 傘, ベッド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D9A46040-04B9-E0D6-42B2-A221111DE3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40631" y="649059"/>
            <a:ext cx="11038113" cy="6208939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8D178394-AD25-4912-B197-517663DDA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6200" y="-11361740"/>
            <a:ext cx="12627429" cy="12010801"/>
          </a:xfrm>
          <a:prstGeom prst="rect">
            <a:avLst/>
          </a:prstGeom>
        </p:spPr>
      </p:pic>
      <p:pic>
        <p:nvPicPr>
          <p:cNvPr id="7" name="図 6" descr="建物, 傘, ベッド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BBF2558C-03D4-9BDD-64DD-C964FEFCF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7482" y="749421"/>
            <a:ext cx="17546707" cy="6208939"/>
          </a:xfrm>
          <a:prstGeom prst="rect">
            <a:avLst/>
          </a:prstGeom>
        </p:spPr>
      </p:pic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B08E1A3B-FDF2-57E4-F570-C1CD8984AAE7}"/>
              </a:ext>
            </a:extLst>
          </p:cNvPr>
          <p:cNvSpPr/>
          <p:nvPr/>
        </p:nvSpPr>
        <p:spPr>
          <a:xfrm>
            <a:off x="7815942" y="0"/>
            <a:ext cx="4376058" cy="2563906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マスカット農園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kumimoji="1" lang="ja-JP" altLang="en-US"/>
              <a:t>岡山県の誇り</a:t>
            </a:r>
            <a:endParaRPr kumimoji="1" lang="en-US" altLang="ja-JP" dirty="0"/>
          </a:p>
          <a:p>
            <a:r>
              <a:rPr kumimoji="1" lang="ja-JP" altLang="en-US" dirty="0"/>
              <a:t>設置すると自動で食料を回収してくれる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66875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D5B9-DBFF-93CF-7CAA-0C01810B3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ランプ, 小さい, コンピュータ, テーブ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62C8DECE-72B3-B174-BA67-167E14D7D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30883" y="-717175"/>
            <a:ext cx="15522883" cy="8731622"/>
          </a:xfrm>
          <a:prstGeom prst="rect">
            <a:avLst/>
          </a:prstGeom>
        </p:spPr>
      </p:pic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126EC174-A1F3-83A1-3DD4-75718AF53FEE}"/>
              </a:ext>
            </a:extLst>
          </p:cNvPr>
          <p:cNvSpPr/>
          <p:nvPr/>
        </p:nvSpPr>
        <p:spPr>
          <a:xfrm>
            <a:off x="7384995" y="2366683"/>
            <a:ext cx="4376058" cy="256390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桃太郎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lang="ja-JP" altLang="en-US" dirty="0"/>
              <a:t>岡山を守り抜くべく生まれてきた男</a:t>
            </a:r>
            <a:endParaRPr lang="en-US" altLang="ja-JP" dirty="0"/>
          </a:p>
          <a:p>
            <a:r>
              <a:rPr lang="ja-JP" altLang="en-US" dirty="0"/>
              <a:t>実は鬼は悪ではなく桃太郎がただの窃盗犯という考察，好きです．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765065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9CAE-1361-E5E0-83C2-E5B49BACA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グリーン, 屋内, 小さい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FB555F8-D367-8432-7B11-EA200E45F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77914" y="-681318"/>
            <a:ext cx="13403231" cy="7539318"/>
          </a:xfrm>
          <a:prstGeom prst="rect">
            <a:avLst/>
          </a:prstGeom>
        </p:spPr>
      </p:pic>
      <p:pic>
        <p:nvPicPr>
          <p:cNvPr id="4" name="図 3" descr="グリーン, 屋内, 小さい, 座る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13E3540-CD5E-2586-5DC8-E239DA6A1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3403" y="-340659"/>
            <a:ext cx="13403231" cy="7539318"/>
          </a:xfrm>
          <a:prstGeom prst="rect">
            <a:avLst/>
          </a:prstGeom>
        </p:spPr>
      </p:pic>
      <p:sp>
        <p:nvSpPr>
          <p:cNvPr id="5" name="スクロール: 横 4">
            <a:extLst>
              <a:ext uri="{FF2B5EF4-FFF2-40B4-BE49-F238E27FC236}">
                <a16:creationId xmlns:a16="http://schemas.microsoft.com/office/drawing/2014/main" id="{FFB99953-A4A5-A38D-9016-90F2CD0D4C66}"/>
              </a:ext>
            </a:extLst>
          </p:cNvPr>
          <p:cNvSpPr/>
          <p:nvPr/>
        </p:nvSpPr>
        <p:spPr>
          <a:xfrm>
            <a:off x="7277419" y="524435"/>
            <a:ext cx="4376058" cy="256390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/>
              <a:t>おじいさん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lang="ja-JP" altLang="en-US" dirty="0"/>
              <a:t>孫の為なら危険を顧みずに戦う</a:t>
            </a:r>
            <a:endParaRPr lang="en-US" altLang="ja-JP" dirty="0"/>
          </a:p>
          <a:p>
            <a:r>
              <a:rPr kumimoji="1" lang="ja-JP" altLang="en-US" dirty="0"/>
              <a:t>桃の中に桃太</a:t>
            </a:r>
            <a:r>
              <a:rPr lang="ja-JP" altLang="en-US" dirty="0"/>
              <a:t>郎説の他に，桃を食べて若返る説というのがあるらしい．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2971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F7E8D-F5FF-FDE9-F2DC-6110AA75C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クマの人形&#10;&#10;AI 生成コンテンツは誤りを含む可能性があります。">
            <a:extLst>
              <a:ext uri="{FF2B5EF4-FFF2-40B4-BE49-F238E27FC236}">
                <a16:creationId xmlns:a16="http://schemas.microsoft.com/office/drawing/2014/main" id="{AA842678-D620-5A1B-0FAF-2B7AF228E9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9479" y="-1093693"/>
            <a:ext cx="16895479" cy="9503708"/>
          </a:xfrm>
          <a:prstGeom prst="rect">
            <a:avLst/>
          </a:prstGeom>
        </p:spPr>
      </p:pic>
      <p:sp>
        <p:nvSpPr>
          <p:cNvPr id="4" name="スクロール: 横 3">
            <a:extLst>
              <a:ext uri="{FF2B5EF4-FFF2-40B4-BE49-F238E27FC236}">
                <a16:creationId xmlns:a16="http://schemas.microsoft.com/office/drawing/2014/main" id="{5E2A0321-A796-45CB-A049-742F5053D432}"/>
              </a:ext>
            </a:extLst>
          </p:cNvPr>
          <p:cNvSpPr/>
          <p:nvPr/>
        </p:nvSpPr>
        <p:spPr>
          <a:xfrm>
            <a:off x="7420855" y="865094"/>
            <a:ext cx="4376058" cy="2563906"/>
          </a:xfrm>
          <a:prstGeom prst="horizontalScrol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おばあさん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lang="ja-JP" altLang="en-US" dirty="0"/>
              <a:t>孫の為なら危険を顧みずに戦う</a:t>
            </a:r>
            <a:endParaRPr lang="en-US" altLang="ja-JP" dirty="0"/>
          </a:p>
          <a:p>
            <a:r>
              <a:rPr kumimoji="1" lang="ja-JP" altLang="en-US" dirty="0"/>
              <a:t>優しそうな顔の裏には，鬼を倒すという意思が隠れている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166152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22996-0584-1211-D3F9-F5CD033CE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机の上に置いてあるランプ&#10;&#10;AI 生成コンテンツは誤りを含む可能性があります。">
            <a:extLst>
              <a:ext uri="{FF2B5EF4-FFF2-40B4-BE49-F238E27FC236}">
                <a16:creationId xmlns:a16="http://schemas.microsoft.com/office/drawing/2014/main" id="{489CE221-0EA2-5B7D-04A2-BC7F4421C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6" name="スクロール: 横 5">
            <a:extLst>
              <a:ext uri="{FF2B5EF4-FFF2-40B4-BE49-F238E27FC236}">
                <a16:creationId xmlns:a16="http://schemas.microsoft.com/office/drawing/2014/main" id="{3E3980DF-DDBF-9B48-1C30-4820704C806A}"/>
              </a:ext>
            </a:extLst>
          </p:cNvPr>
          <p:cNvSpPr/>
          <p:nvPr/>
        </p:nvSpPr>
        <p:spPr>
          <a:xfrm>
            <a:off x="7277419" y="524435"/>
            <a:ext cx="4376058" cy="2563906"/>
          </a:xfrm>
          <a:prstGeom prst="horizontalScroll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鬼</a:t>
            </a:r>
            <a:endParaRPr kumimoji="1" lang="en-US" altLang="ja-JP" dirty="0"/>
          </a:p>
          <a:p>
            <a:pPr algn="ctr"/>
            <a:endParaRPr kumimoji="1" lang="en-US" altLang="ja-JP" dirty="0"/>
          </a:p>
          <a:p>
            <a:r>
              <a:rPr lang="ja-JP" altLang="en-US" dirty="0"/>
              <a:t>敵キャラ</a:t>
            </a:r>
            <a:endParaRPr lang="en-US" altLang="ja-JP" dirty="0"/>
          </a:p>
          <a:p>
            <a:r>
              <a:rPr kumimoji="1" lang="ja-JP" altLang="en-US" dirty="0"/>
              <a:t>手に持っている殺意高めの金棒ですべてを蹂躙していく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445618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DBC8-ACF8-902C-342D-219B62B59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599C03E-F6D6-0B4E-3EC9-780FE8B56EFB}"/>
              </a:ext>
            </a:extLst>
          </p:cNvPr>
          <p:cNvSpPr txBox="1"/>
          <p:nvPr/>
        </p:nvSpPr>
        <p:spPr>
          <a:xfrm>
            <a:off x="838199" y="2705725"/>
            <a:ext cx="1051560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「</a:t>
            </a:r>
            <a:r>
              <a:rPr kumimoji="1" lang="en-US" altLang="ja-JP" sz="8800" b="1" dirty="0">
                <a:latin typeface="HGP行書体" panose="03000600000000000000" pitchFamily="66" charset="-128"/>
                <a:ea typeface="HGP行書体" panose="03000600000000000000" pitchFamily="66" charset="-128"/>
              </a:rPr>
              <a:t>ESC</a:t>
            </a:r>
            <a:r>
              <a:rPr kumimoji="1" lang="ja-JP" altLang="en-US" sz="8800" dirty="0">
                <a:latin typeface="HGP行書体" panose="03000600000000000000" pitchFamily="66" charset="-128"/>
                <a:ea typeface="HGP行書体" panose="03000600000000000000" pitchFamily="66" charset="-128"/>
              </a:rPr>
              <a:t>」でメニューに戻る</a:t>
            </a:r>
          </a:p>
        </p:txBody>
      </p:sp>
    </p:spTree>
    <p:extLst>
      <p:ext uri="{BB962C8B-B14F-4D97-AF65-F5344CB8AC3E}">
        <p14:creationId xmlns:p14="http://schemas.microsoft.com/office/powerpoint/2010/main" val="3762433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</TotalTime>
  <Words>395</Words>
  <Application>Microsoft Office PowerPoint</Application>
  <PresentationFormat>ワイド画面</PresentationFormat>
  <Paragraphs>41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HGP行書体</vt:lpstr>
      <vt:lpstr>Aptos</vt:lpstr>
      <vt:lpstr>Aptos Display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大野 颯也</dc:creator>
  <cp:lastModifiedBy>大野 颯也</cp:lastModifiedBy>
  <cp:revision>7</cp:revision>
  <dcterms:created xsi:type="dcterms:W3CDTF">2025-08-23T06:26:17Z</dcterms:created>
  <dcterms:modified xsi:type="dcterms:W3CDTF">2025-08-24T12:56:51Z</dcterms:modified>
</cp:coreProperties>
</file>