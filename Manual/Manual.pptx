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  <p:sldMasterId id="2147483768" r:id="rId2"/>
  </p:sldMasterIdLst>
  <p:sldIdLst>
    <p:sldId id="268" r:id="rId3"/>
    <p:sldId id="256" r:id="rId4"/>
    <p:sldId id="257" r:id="rId5"/>
    <p:sldId id="258" r:id="rId6"/>
    <p:sldId id="260" r:id="rId7"/>
    <p:sldId id="263" r:id="rId8"/>
    <p:sldId id="261" r:id="rId9"/>
    <p:sldId id="262" r:id="rId10"/>
    <p:sldId id="265" r:id="rId11"/>
    <p:sldId id="264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08:21.636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879 147 24575,'-1'1'0,"0"-1"0,0 0 0,0 1 0,1-1 0,-1 1 0,0-1 0,0 1 0,0-1 0,0 1 0,1 0 0,-1-1 0,0 1 0,0 0 0,1 0 0,-1 0 0,1-1 0,-1 1 0,1 0 0,-1 1 0,-3 4 0,-14 21 0,1 1 0,1 1 0,2 1 0,1 0 0,-11 36 0,-34 163 0,47-183 0,-13 70 0,-26 99 0,20-106 0,-29 93 0,-279 631 0,328-811 0,8-16 0,0-1 0,-1 1 0,1-1 0,-1 0 0,0 0 0,-1 0 0,-4 5 0,15-23 0,270-386 0,-263 379 0,218-272-134,19 13-170,33-37-56,-26-23 192,-231 296 570,36-75 1,-58 99-248,-5 19-154,0 0 0,-1-1 1,1 1-1,0 0 0,0 0 0,-1 0 0,1 0 1,0 0-1,0 0 0,0 0 0,-1 0 0,1 0 1,0 0-1,0-1 0,-1 1 0,1 0 0,0 1 1,0-1-1,-1 0 0,1 0 0,0 0 1,0 0-1,-1 0 0,1 0 0,0 0 0,0 0 1,-1 0-1,1 0 0,0 0 0,0 1 0,0-1 1,-1 0-1,1 0 0,0 0 0,0 0 1,0 1-1,-1-1 0,-31 29-39,28-25 36,-70 76 2,-78 112 0,80-97 0,-211 239 0,-41 53 0,143-103 0,129-179 0,27-50 0,15-39 0,10-16 0,0 0 0,-1 0 0,1 0 0,0 0 0,0 1 0,0-1 0,0 0 0,0 0 0,0 0 0,0 0 0,0 0 0,0 0 0,0 0 0,-1 0 0,1 0 0,0 0 0,0 0 0,0 0 0,0 0 0,0 0 0,0 0 0,0 0 0,-1 0 0,1 0 0,0 0 0,0 0 0,0 0 0,0 0 0,0 0 0,0 0 0,0 0 0,-1 0 0,1 0 0,0 0 0,0 0 0,0 0 0,0 0 0,0 0 0,0 0 0,0 0 0,0 0 0,0 0 0,-1-1 0,1 1 0,0 0 0,0 0 0,0 0 0,0 0 0,0 0 0,0 0 0,0 0 0,0 0 0,0-1 0,0 1 0,0 0 0,0 0 0,0 0 0,0-3 0,0 0 0,0 1 0,0-1 0,0 0 0,0 1 0,1-1 0,0 0 0,1-4 0,14-30 0,1 1 0,2 0 0,31-44 0,-3 4 0,53-107 0,68-109 0,-113 214 0,77-118 0,-91 130 0,32-74 0,-18 22 0,-55 116 0,1 1 0,0 0 0,0-1 0,-1 1 0,1-1 0,-1 1 0,0-1 0,1 1 0,-1-1 0,0 1 0,0-1 0,0 1 0,0-1 0,0 1 0,0-1 0,0 0 0,0 1 0,-1-1 0,0-1 0,1 2 0,-1 1 0,1 0 0,0 0 0,-1 0 0,1-1 0,-1 1 0,1 0 0,0 0 0,-1 0 0,1 0 0,-1 0 0,1 0 0,-1 0 0,1 0 0,0 0 0,-1 0 0,1 0 0,-1 0 0,1 1 0,-1-1 0,1 0 0,0 0 0,-1 0 0,0 1 0,-18 12 0,-74 65 0,-108 118 0,-99 151 0,182-208 0,-99 130 0,187-226 0,2 2 0,1 0 0,3 2 0,-27 71 0,50-116 0,0 1 0,0 0 0,0 1 0,0-1 0,1 0 0,-1 0 0,1 0 0,0 4 0,0-7 0,0 1 0,0-1 0,0 0 0,0 1 0,0-1 0,0 0 0,0 0 0,1 1 0,-1-1 0,0 0 0,0 0 0,0 1 0,0-1 0,1 0 0,-1 0 0,0 0 0,0 1 0,0-1 0,1 0 0,-1 0 0,0 0 0,0 0 0,1 1 0,-1-1 0,0 0 0,1 0 0,-1 0 0,0 0 0,0 0 0,1 0 0,-1 0 0,0 0 0,1 0 0,-1 0 0,0 0 0,0 0 0,1 0 0,-1 0 0,0 0 0,1 0 0,-1 0 0,0-1 0,0 1 0,1 0 0,7-4 0,-1 0 0,0-1 0,0 0 0,10-9 0,-15 12 0,344-321 21,-190 172-206,348-357-836,-393 381 940,-5-5-1,112-183 0,-151 201 58,34-55 872,-97 163-767,14-19 59,-17 24-124,-1 0 1,1 0 0,0 0-1,-1 1 1,1-1 0,0 0-1,0 0 1,0 1-1,0-1 1,-1 1 0,1-1-1,0 0 1,0 1-1,0 0 1,0-1 0,0 1-1,0 0 1,3-1-1,-4 1-13,0 1-1,0-1 0,1 0 0,-1 0 0,0 1 1,0-1-1,1 0 0,-1 1 0,0-1 0,0 1 0,0-1 1,0 0-1,1 1 0,-1-1 0,0 1 0,0-1 1,0 0-1,0 1 0,0-1 0,0 1 0,0-1 0,0 0 1,0 1-1,0-1 0,0 1 0,-1-1 0,1 0 1,0 1-1,0-1 0,0 0 0,-1 1 0,-2 13-2,-2-1 0,1 0 0,-2 0 0,-10 19 0,-37 53 0,30-49 0,-159 214 0,-17-14 0,91-110 0,-227 343 0,310-431 0,-42 57 0,-94 105 0,127-159 0,-47 78 0,-16 52 0,90-159 0,-121 275 0,98-215 0,30-71 0,-14 29 0,13-29 0,0 1 0,0-1 0,0 1 0,0-1 0,0 0 0,0 1 0,0-1 0,0 0 0,-1 0 0,1 0 0,0 0 0,-1 0 0,1 0 0,-1 0 0,1 0 0,-1-1 0,-1 1 0,2-1 0,0 0 0,1 0 0,-1-1 0,0 1 0,0 0 0,0-1 0,1 1 0,-1-1 0,0 1 0,1-1 0,-1 1 0,0-1 0,1 1 0,-1-1 0,1 0 0,-1 1 0,1-1 0,-1 0 0,1 1 0,0-1 0,-1 0 0,1 0 0,0 0 0,-1 1 0,1-1 0,0 0 0,0 0 0,0 0 0,0 0 0,0 1 0,0-3 0,-2-29 0,2 30 0,1-27 0,1 0 0,1 0 0,2 0 0,10-33 0,-2 17 0,38-81 0,88-123 0,23 11 0,-98 150 0,66-98 0,-79 105 0,3 2 0,89-99 0,55-58 0,-175 207 0,4-2 0,1 2 0,2 1 0,0 1 0,42-27 0,87-64-1365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08:38.310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810 1 24575,'-101'76'0,"80"-62"0,-1-1 0,0 0 0,-2-2 0,-45 16 0,-28 14 0,84-34 0,0 0 0,1 1 0,0 0 0,1 0 0,-14 14 0,6-5 0,-1-2 0,0 0 0,0-2 0,-34 17 0,28-16 0,0 1 0,-35 27 0,50-33 0,0 0 0,0 1 0,1 0 0,0 1 0,0 0 0,1 1 0,1-1 0,0 2 0,-12 25 0,15-26 0,3-10 0,1 1 0,0 0 0,0 0 0,0 0 0,0 1 0,-1 5 0,2-9 0,0 0 0,1 1 0,-1-1 0,0 0 0,0 0 0,0 0 0,0 0 0,0 1 0,1-1 0,-1 0 0,0 0 0,0 0 0,0 0 0,1 0 0,-1 1 0,0-1 0,0 0 0,1 0 0,-1 0 0,0 0 0,0 0 0,1 0 0,-1 0 0,0 0 0,0 0 0,1 0 0,-1 0 0,0 0 0,0 0 0,0 0 0,1 0 0,-1 0 0,0 0 0,0-1 0,1 1 0,-1 0 0,13-4 0,-10 3 0,298-68 0,7 25 0,115 26 0,-250 18 0,-124-4 0,80-15 0,-6 0 0,-75 14-1365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08:43.352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0 0 24565,'944'27'0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08:47.724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0 0 24575,'6'1'0,"-1"-1"0,0 1 0,1 1 0,-1-1 0,0 1 0,0 0 0,0 0 0,0 1 0,8 4 0,-9-4 0,1-1 0,0 1 0,0-1 0,0 0 0,0 0 0,1 0 0,-1-1 0,0 1 0,1-1 0,7 0 0,4-1 0,1 1 0,-1 0 0,1 2 0,28 7 0,-4-1 0,50 6 0,-75-12 0,-1 0 0,25 8 0,16 4 0,57 7 0,-82-15 0,1 1 0,31 13 0,32 9 0,-5-16 0,-51-11 0,-53-3 0,1-1 0,0 0 0,0-1 0,0 0 0,0 0 0,-17-8 0,-5-1 0,-68-14 0,83 20 0,19 5 10,-1 0 0,1 0 0,-1 0-1,1 0 1,0 0 0,-1 0 0,1 0-1,-1 0 1,1 0 0,0 0 0,-1 0-1,1 0 1,0 0 0,-1 0 0,1 0-1,-1 0 1,1 0 0,0 1 0,-1-1-1,1 0 1,0 0 0,-1 0 0,1 1-1,0-1 1,-1 0 0,1 0 0,0 1-1,-1-1 1,1 0 0,0 1 0,0-1-1,0 0 1,-1 1 0,1-1 0,-2 15-1686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08:53.164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301 1 24575,'0'1'0,"1"1"0,-1-1 0,0 1 0,1-1 0,-1 0 0,1 1 0,-1-1 0,1 0 0,-1 1 0,1-1 0,0 0 0,0 1 0,0-1 0,0 0 0,0 0 0,0 0 0,0 0 0,2 1 0,26 16 0,-9-6 0,-18-10 0,0 0 0,0-1 0,0 1 0,0 0 0,-1 0 0,1 0 0,-1 0 0,1 1 0,-1-1 0,0 0 0,0 0 0,0 1 0,2 4 0,-3-7 0,0 1 0,0 0 0,0-1 0,0 1 0,0 0 0,0 0 0,0-1 0,0 1 0,0 0 0,-1-1 0,1 1 0,0 0 0,0-1 0,-1 1 0,1 0 0,0-1 0,-1 1 0,1-1 0,0 1 0,-2 0 0,1 0 0,0 0 0,0-1 0,0 1 0,0 0 0,0-1 0,-1 1 0,1-1 0,0 1 0,0-1 0,-1 0 0,1 0 0,0 1 0,-1-1 0,-1 0 0,-119-2 0,111 0 0,-1-1 0,1-1 0,0 0 0,1 0 0,-1-1 0,1 0 0,-10-7 0,-3-2 0,16 9 0,-1 0 0,0 1 0,0-1 0,-1 2 0,1-1 0,-1 1 0,-14-3 0,20 5 0,-24-3 0,17 6 0,10-2 0,0 0 0,-1 0 0,1 0 0,0 0 0,0 1 0,0-1 0,0 0 0,0 0 0,0 0 0,0 0 0,-1 1 0,1-1 0,0 0 0,0 0 0,0 0 0,0 0 0,0 1 0,0-1 0,0 0 0,0 0 0,0 0 0,0 1 0,0-1 0,0 0 0,0 0 0,0 0 0,0 1 0,0-1 0,0 0 0,1 0 0,-1 0 0,0 0 0,0 1 0,0-1 0,0 0 0,0 0 0,0 0 0,0 0 0,1 1 0,-1-1 0,4 3 0,0 1 0,1-1 0,-1 0 0,1 0 0,-1-1 0,1 1 0,0-1 0,0 0 0,0 0 0,0-1 0,9 2 0,0 1 0,26 11 0,-25-9 0,0-1 0,28 6 0,-30-9-170,0 0-1,1 1 0,-1 1 1,0 0-1,-1 0 0,1 1 1,19 11-1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09:13.219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140 194 24575,'1'-33'0,"0"21"0,0 1 0,-1 0 0,-1 0 0,0 0 0,-3-19 0,0 24 0,1-1 0,-1 1 0,-1 0 0,1 1 0,-1-1 0,0 1 0,0 0 0,0 0 0,-10-6 0,5 2 0,9 8 0,1 1 0,0 0 0,0 0 0,0-1 0,-1 1 0,1 0 0,0 0 0,0 0 0,-1-1 0,1 1 0,0 0 0,-1 0 0,1 0 0,0 0 0,0 0 0,-1-1 0,1 1 0,0 0 0,-1 0 0,1 0 0,0 0 0,-1 0 0,1 0 0,0 0 0,-1 0 0,1 0 0,0 0 0,-1 0 0,1 1 0,0-1 0,0 0 0,-1 0 0,0 0 0,-3 12 0,5 26 0,-1-29 0,0 10 0,1 26 0,0-42 0,-1 0 0,1 0 0,0 0 0,-1 0 0,1 0 0,1 0 0,-1-1 0,0 1 0,1 0 0,-1-1 0,1 1 0,2 2 0,-4-5 0,1 0 0,-1 1 0,0-1 0,0 0 0,0 0 0,0 0 0,0 0 0,0 0 0,0 0 0,0 1 0,1-1 0,-1 0 0,0 0 0,0 0 0,0 0 0,0 0 0,0 0 0,0 0 0,1 0 0,-1 0 0,0 0 0,0 0 0,0 0 0,0 0 0,1 0 0,-1 0 0,0 0 0,0 0 0,0 0 0,0 0 0,0 0 0,1 0 0,-1 0 0,0 0 0,0 0 0,0 0 0,0 0 0,0 0 0,1 0 0,-1 0 0,0 0 0,0-1 0,0 1 0,0 0 0,0 0 0,0 0 0,1 0 0,-1 0 0,0-1 0,3-10 0,-3-14 0,-1 21 0,0 0 0,0 0 0,0 0 0,-1 0 0,0 0 0,1 0 0,-1 0 0,-1 0 0,1 0 0,0 1 0,-1 0 0,0-1 0,0 1 0,0 0 0,0 0 0,0 0 0,-1 1 0,1-1 0,-1 1 0,-7-4 0,3 2 0,-8-3 0,12 11 0,6 10 0,2-3 0,0 1 0,0 0 0,2-1 0,7 13 0,-3-6 0,-5-6 0,0 1 0,0 0 0,-2 0 0,5 25 0,3 11 0,16 29 0,-7-32 0,2 7 0,9 71 0,-16-60 0,-10-49 0,0 0 0,1-1 0,13 23 0,7 17 0,-20-40 0,1 0 0,9 13 0,-9-15 0,0 0 0,10 25 0,-14-25 0,1-1 0,1 0 0,0 0 0,0 0 0,1-1 0,0 0 0,1 0 0,11 13 0,-17-22 0,0 0 0,0 0 0,0 0 0,0-1 0,0 1 0,0 0 0,0-1 0,1 1 0,-1-1 0,0 1 0,0-1 0,0 0 0,1 1 0,-1-1 0,0 0 0,1 0 0,-1 0 0,0 0 0,0 0 0,1 0 0,-1 0 0,2-1 0,0 0 0,-1 0 0,0 0 0,1 0 0,-1 0 0,0-1 0,0 1 0,0-1 0,0 1 0,0-1 0,0 0 0,1-2 0,2-2 0,-1 0 0,0-1 0,0 1 0,0-1 0,-1 0 0,5-13 0,-5 2 0,0 1 0,0-1 0,-1-25 0,2-16 0,-3 41-1365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09:17.653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1097 0 24575,'0'2'0,"0"1"0,-1-1 0,0 0 0,1 0 0,-1 0 0,0 0 0,0 0 0,0 0 0,0-1 0,0 1 0,0 0 0,-1 0 0,-1 1 0,-23 24 0,13-15 0,-88 100 0,-64 65 0,80-90 0,-11 8 0,64-69 0,-2-2 0,-41 23 0,34-22 0,-40 32 0,69-48 0,0 1 0,1 0 0,1 1 0,-1 1 0,2 0 0,0 0 0,0 0 0,1 1 0,-7 16 0,7-14 0,-1 1 0,-1-2 0,0 1 0,-13 13 0,8-11 0,-20 31 0,-9 23 0,-27 48 0,70-119 0,1 1 0,0-1 0,0 0 0,0 0 0,-1 0 0,1 1 0,0-1 0,0 0 0,0 0 0,0 0 0,0 1 0,-1-1 0,1 0 0,0 0 0,0 1 0,0-1 0,0 0 0,0 1 0,0-1 0,0 0 0,0 0 0,0 1 0,0-1 0,0 0 0,0 0 0,0 1 0,0-1 0,0 0 0,0 0 0,1 1 0,-1-1 0,0 0 0,0 0 0,0 1 0,0-1 0,0 0 0,1 0 0,-1 0 0,0 1 0,0-1 0,0 0 0,0 0 0,1 0 0,14-2 0,20-15 0,-33 16 0,130-57 0,-94 44 0,-1-3 0,0 0 0,65-44 0,-59 28 0,-3 2 0,1 2 0,53-29 0,-38 33 0,-42 20 0,0 0 0,-1-2 0,0 0 0,0 0 0,0-1 0,19-16 0,-11 5 0,40-28 0,-44 37 0,-14 9 0,1-1 0,-1 0 0,0 0 0,1 0 0,4-5 0,-1 0 0,1 0 0,-1 1 0,1 0 0,0 0 0,0 1 0,1 0 0,0 0 0,17-6 0,-13 7 0,0 1 0,1 1 0,0 0 0,-1 0 0,25 2 0,104-7 0,-133 6 0,1 1 0,0-1 0,0-1 0,0 0 0,0 0 0,-1-1 0,18-7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09:19.822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159 47 24575,'8'-8'0,"25"-20"0,-31 27 0,0 0 0,0-1 0,0 1 0,0 0 0,0 0 0,0 1 0,1-1 0,-1 0 0,0 1 0,1-1 0,-1 1 0,1 0 0,-1-1 0,1 1 0,1 1 0,-3-1 0,-1 0 0,1 0 0,-1 0 0,0 0 0,1 0 0,-1 0 0,1 0 0,-1 0 0,0 0 0,1 0 0,-1 0 0,0 1 0,1-1 0,-1 0 0,1 0 0,-1 0 0,0 1 0,0-1 0,1 0 0,-1 1 0,0-1 0,1 0 0,-1 0 0,0 1 0,0-1 0,0 0 0,1 1 0,-1-1 0,0 1 0,0-1 0,0 0 0,0 1 0,0-1 0,1 1 0,-1-1 0,-8 15 0,-18 10 0,26-24 0,-23 16 0,14-11 0,1 0 0,0 1 0,-7 7 0,9-9 0,1 0 0,-1 0 0,1-1 0,-1 0 0,-1 0 0,1-1 0,0 1 0,-1-1 0,0-1 0,-11 4 0,11-4 0,2 1 0,1 0 0,0 0 0,-1 0 0,1 0 0,1 0 0,-1 1 0,0 0 0,1 0 0,0 0 0,-5 8 0,-11 21 0,26-43 20,-2 1-1,1-2 1,-1 1-1,0-1 0,-1 1 1,3-14-1,7-15-1520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09:28.496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1220 0 24575,'-4'1'0,"1"0"0,0 0 0,-1 0 0,1 0 0,0 0 0,-6 4 0,-5 2 0,-16 3 0,14-4 0,0-1 0,0 2 0,1 0 0,-1 1 0,1 0 0,-23 18 0,21-11 0,0 1 0,1 1 0,1 0 0,1 1 0,1 1 0,-18 30 0,13-19 0,-1 0 0,-44 51 0,61-77 0,-1-1 0,1 0 0,0 1 0,0-1 0,1 1 0,-1 0 0,1 0 0,0 0 0,0-1 0,0 1 0,0 0 0,1 0 0,-1 0 0,1 5 0,1-9 0,-1 1 0,1-1 0,-1 1 0,1-1 0,0 0 0,-1 1 0,1-1 0,-1 0 0,1 1 0,0-1 0,-1 0 0,1 1 0,0-1 0,-1 0 0,1 0 0,0 0 0,0 0 0,-1 0 0,1 0 0,0 0 0,-1 0 0,1 0 0,0 0 0,0 0 0,-1 0 0,1-1 0,0 1 0,-1 0 0,2-1 0,26-9 0,-23 9 0,33-11 0,-23 8 0,-2 0 0,1-1 0,0 0 0,21-13 0,-25 9 0,0-1 0,0 1 0,12-17 0,-46 43 0,16-9 0,2 1 0,-1 0 0,1 0 0,-7 16 0,-16 23 0,11-23 0,12-17 0,0 0 0,0 0 0,0 0 0,-1-1 0,0 0 0,0-1 0,-10 7 0,8-7 0,1 1 0,0-1 0,0 1 0,1 1 0,-1-1 0,2 1 0,-1 0 0,1 1 0,0 0 0,1 0 0,0 0 0,1 0 0,-6 17 0,3-7 0,0-1 0,-17 32 0,-12 27 0,31-67 0,-1 0 0,0-1 0,-1 1 0,-13 13 0,12-13 0,-1 0 0,-10 18 0,17-24 0,-1 1 0,1 0 0,0 0 0,1 0 0,-1 0 0,1 0 0,0 0 0,0 0 0,1 0 0,-1 7 0,2 15 0,0-15 0,-1-1 0,0 0 0,0 1 0,-1-1 0,-1 0 0,0 1 0,0-1 0,-1 0 0,-6 14 0,3-10 0,1 0 0,1 1 0,0-1 0,0 1 0,2-1 0,0 1 0,1 0 0,1 25 0,-2 24 0,0-51 0,-1-1 0,0 1 0,-1-1 0,0 0 0,-12 23 0,4-8 0,-25 52 0,32-65 0,2-1 0,-1 1 0,2-1 0,0 1 0,0 17 0,0-1 0,0 78 0,3-72 0,-6 49 0,-3 15 0,1 139 0,7-236 0,-1 23 0,-10 50 0,2-25 0,-4 7 0,9-43 0,0 0 0,-2 29 0,6-33 0,1-9 0,-1 0 0,1 0 0,-1 0 0,0 0 0,0 0 0,-1 0 0,1 0 0,0 0 0,-1 0 0,-1 5 0,1-8 0,0 0 0,1-1 0,-1 1 0,0 0 0,1 0 0,-1 0 0,1-1 0,-1 1 0,0 0 0,1-1 0,-1 1 0,1 0 0,-1-1 0,1 1 0,-1-1 0,1 1 0,0-1 0,-1 1 0,1-1 0,-1 1 0,1-1 0,0 1 0,-1-1 0,1 0 0,0 0 0,-10-17 0,4 3 0,2 0 0,-1 0 0,2 0 0,0-1 0,-1-15 0,0-83 0,4 79 0,-1 5 0,1 0 0,2 1 0,1-1 0,1 1 0,10-37 0,-1 10 0,-2-1 0,5-91 0,-8 71 0,-2-9 0,10-63 0,17-105 0,1-7 0,-24 200 0,5-117 0,-15 177 0,1 0 0,-1 1 0,0-1 0,0 0 0,0 0 0,0 0 0,0 1 0,0-1 0,-1 0 0,1 0 0,0 1 0,0-1 0,0 0 0,-1 0 0,1 1 0,0-1 0,-1 0 0,1 1 0,-1-1 0,1 0 0,-1 1 0,1-1 0,-1 1 0,0-2 0,0 2 0,0 0 0,1 0 0,-1 0 0,0 0 0,0 0 0,1 0 0,-1 0 0,0 1 0,1-1 0,-1 0 0,0 0 0,0 0 0,1 1 0,-1-1 0,0 0 0,1 1 0,-1-1 0,0 1 0,0 0 0,-4 3 0,1 0 0,0 0 0,0 0 0,0 1 0,-4 5 0,-9 17 0,2 2 0,0 0 0,2 1 0,-18 59 0,-27 79 0,52-152 0,-23 73 0,-20 107 0,48-191 0,-9 56 0,8-44 0,-1-1 0,0 1 0,-1 0 0,-1-1 0,-8 21 0,13-37 0,0 0 0,0 0 0,0 0 0,0 1 0,0-1 0,0 0 0,-1 0 0,1 0 0,0 0 0,0 0 0,0 0 0,0 0 0,0 0 0,0 0 0,0 0 0,0 0 0,0 1 0,0-1 0,0 0 0,0 0 0,0 0 0,0 0 0,0 0 0,0 0 0,0 0 0,0 0 0,-1 0 0,1 0 0,0 0 0,0 0 0,0 0 0,0 0 0,0 0 0,0 0 0,0 0 0,0 0 0,0 0 0,0 0 0,-1 0 0,1 0 0,0 0 0,0 0 0,0 0 0,0 0 0,0 0 0,0 0 0,0 0 0,0 0 0,0 0 0,0 0 0,-1 0 0,1 0 0,0 0 0,0 0 0,0 0 0,0 0 0,0 0 0,0 0 0,0-1 0,0 1 0,0 0 0,0 0 0,0 0 0,0 0 0,0 0 0,0 0 0,-3-10 0,0-14 0,4-129 0,33-263 0,-32 400 0,1 2 0,-2 0 0,1 0 0,-3-28 0,1 42 0,0-1 0,0 1 0,1 0 0,-1-1 0,0 1 0,0-1 0,0 1 0,0 0 0,0-1 0,-1 1 0,1 0 0,0-1 0,0 1 0,0 0 0,0-1 0,0 1 0,0 0 0,-1-1 0,1 1 0,0 0 0,0-1 0,0 1 0,-1 0 0,1 0 0,0-1 0,0 1 0,-1 0 0,1 0 0,0 0 0,-1-1 0,1 1 0,0 0 0,-1 0 0,1 0 0,0 0 0,-1 0 0,1-1 0,0 1 0,-1 0 0,1 0 0,0 0 0,-1 0 0,1 0 0,0 0 0,-1 0 0,1 0 0,0 0 0,-1 1 0,1-1 0,0 0 0,-1 0 0,1 0 0,0 0 0,-1 0 0,1 1 0,0-1 0,-1 0 0,0 1 0,0 0 0,0 0 0,0 0 0,0 0 0,0 0 0,0 0 0,0 0 0,1 0 0,-1 0 0,0 1 0,1-1 0,-1 0 0,1 0 0,-1 3 0,-4 39 0,2 76 0,3-58 0,-23 297 0,18-320 0,-27 167 0,31-200 0,-58 269 0,32-102 0,22-125 0,3-1 0,3 54 0,1-20 0,-2-49 0,-1 15 0,2 0 0,15 89 0,-8-90 0,2 49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09:07.693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109 140 24575,'0'-1'0,"0"0"0,0 0 0,0 0 0,0 0 0,0 0 0,0 0 0,0 0 0,-1 0 0,1 0 0,0 0 0,-1 0 0,1 0 0,-1 0 0,1 0 0,-1 1 0,1-1 0,-1 0 0,0 0 0,1 0 0,-1 1 0,0-1 0,0 0 0,0 0 0,-24-6 0,22 6 0,0 1 0,0-1 0,0 0 0,0 1 0,0-1 0,1-1 0,-1 1 0,-4-3 0,-37-22 0,194 64 0,-67-18 0,-80-19 0,0 0 0,-1 1 0,1-1 0,0 0 0,-1 1 0,1 0 0,3 2 0,-4-2 0,1 0 0,-1 0 0,1-1 0,-1 1 0,1-1 0,0 1 0,5 0 0,25 6 0,-20-6 0,0 0 0,-1 1 0,1 1 0,-1 0 0,0 1 0,18 10 0,-5 7 0,-21-18 0,0 0 0,0-1 0,0 0 0,0 1 0,0-1 0,0-1 0,7 4 0,8 3 0,-17-7 0,-14-6 0,-55-26 0,48 21 0,1 0 0,-1 2 0,0 0 0,0 1 0,-36-6 0,47 11 0,9 0 0,18 2 0,34 3 0,37 7 0,-85-9 0,-1-1 0,0 0 0,0 1 0,0-1 0,0 1 0,0 0 0,0 1 0,0-1 0,5 6 0,20 10 0,-16-12 0,1 1 0,14 10 0,-6-3 0,-9-6 0,1 0 0,-1 1 0,-1 1 0,0 0 0,0 0 0,16 20 0,-22-24 0,0-1 0,0 0 0,0 0 0,0 0 0,1-1 0,7 4 0,-5-2 0,-9-6 0,0 0 0,0 0 0,0 0 0,0 0 0,0 0 0,0 0 0,0 0 0,0 0 0,0 0 0,1 0 0,-1 0 0,0 0 0,0 0 0,0 1 0,0-1 0,0 0 0,0 0 0,1 0 0,-1 0 0,0 0 0,0 0 0,0-1 0,0 1 0,0 0 0,0 0 0,0 0 0,1 0 0,-1 0 0,0 0 0,0 0 0,0 0 0,0 0 0,0 0 0,0 0 0,0 0 0,0 0 0,0 0 0,1 0 0,-1-1 0,0 1 0,0 0 0,0 0 0,0 0 0,0 0 0,0 0 0,0 0 0,1-9 0,-4-8 0,0 12 0,0 1 0,0-1 0,0 1 0,0 0 0,-1 0 0,0 0 0,0 0 0,0 1 0,0 0 0,-6-4 0,-50-25 0,32 18 0,20 10 0,0 0 0,0 1 0,0 0 0,0 0 0,-14-3 0,20 6 0,1 0 0,0 0 0,0 0 0,0 0 0,0-1 0,0 1 0,0 0 0,0-1 0,-1 1 0,1-1 0,0 1 0,0-1 0,0 1 0,1-1 0,-1 0 0,0 1 0,0-1 0,0 0 0,0 0 0,1 0 0,-1 1 0,0-1 0,0-2 0,1 2 0,0 0 0,0 0 0,0 0 0,0 0 0,0-1 0,0 1 0,1 0 0,-1 0 0,0 0 0,1 0 0,-1 0 0,1 0 0,-1 0 0,1 0 0,0 1 0,-1-1 0,1 0 0,0 0 0,1-1 0,3-3 0,1 0 0,0 0 0,0 0 0,1 1 0,10-6 0,-14 8 0,1 0 0,0 0 0,-1 0 0,0-1 0,1 0 0,-1 1 0,0-1 0,0-1 0,-1 1 0,1 0 0,-1-1 0,1 1 0,-1-1 0,2-5 0,2-5 0,-2-1 0,7-26 0,5-17 0,-15 56 0,-1 1 0,1 0 0,0-1 0,0 1 0,1 0 0,-1-1 0,0 1 0,0 0 0,1 0 0,-1 0 0,0 0 0,1 0 0,-1 1 0,1-1 0,-1 0 0,1 1 0,0-1 0,-1 1 0,1-1 0,-1 1 0,1 0 0,0 0 0,2 0 0,44 2 0,-39-1 0,18 4 0,-1 1 0,0 1 0,0 2 0,40 18 0,-34-13 0,93 45 0,-99-46 0,-7-4 0,0 0 0,1-1 0,-1-1 0,24 4 0,136 9 0,-9-3 0,-188-22 0,-1-1 0,2 0 0,-19-10 0,-62-34 0,92 47 0,0 0 0,0 0 0,0-1 0,0 1 0,1-1 0,-8-7 0,13 11 0,0 0 0,0 0 0,-1-1 0,1 1 0,0 0 0,0 0 0,-1-1 0,1 1 0,0 0 0,0 0 0,0-1 0,0 1 0,0 0 0,-1-1 0,1 1 0,0 0 0,0-1 0,0 1 0,0 0 0,0-1 0,0 1 0,0 0 0,0-1 0,0 1 0,0 0 0,0-1 0,0 1 0,0 0 0,0-1 0,1 1 0,-1 0 0,0 0 0,0-1 0,12-5 0,22 2 0,-31 4 0,413-2 0,-229 5 0,58-2 0,-273-1 0,-254-11 0,273 10 0,3 0 0,0 0 0,0 1 0,0-1 0,0 2 0,-10 0 0,15-1 0,0 0 0,0 1 0,0-1 0,0 0 0,0 1 0,0-1 0,0 1 0,0-1 0,0 1 0,0-1 0,0 1 0,0 0 0,1-1 0,-1 1 0,0 0 0,1 0 0,-1 0 0,0 0 0,1-1 0,-1 1 0,1 0 0,-1 0 0,1 0 0,0 0 0,-1 0 0,1 0 0,0 0 0,0 0 0,-1 0 0,1 0 0,0 0 0,0 1 0,0-1 0,0 0 0,1 0 0,-1 0 0,0 0 0,1 2 0,0 1 0,0 0 0,1 0 0,0 0 0,0 0 0,0 0 0,0-1 0,0 1 0,1 0 0,-1-1 0,1 0 0,0 1 0,0-1 0,7 4 0,-5-2 0,0-2 0,1 1 0,-1-1 0,1 0 0,0 0 0,0 0 0,0-1 0,10 3 0,-9-4 0,-7-1 0,-1 0 0,1 0 0,0 0 0,0 0 0,0 0 0,0 1 0,-1-1 0,1 0 0,0 0 0,0 0 0,0 0 0,0 1 0,0-1 0,-1 0 0,1 0 0,0 0 0,0 0 0,0 1 0,0-1 0,0 0 0,0 0 0,0 0 0,0 1 0,0-1 0,0 0 0,0 0 0,0 1 0,0-1 0,0 0 0,0 0 0,0 0 0,0 1 0,0-1 0,0 0 0,0 0 0,0 0 0,0 1 0,0-1 0,0 0 0,0 0 0,1 0 0,-1 1 0,0-1 0,0 0 0,0 0 0,0 0 0,1 0 0,-1 0 0,0 1 0,0-1 0,0 0 0,0 0 0,1 0 0,-1 0 0,0 0 0,0 0 0,0 0 0,1 0 0,-1 0 0,0 0 0,0 0 0,1 0 0,-1 0 0,0 0 0,0 0 0,0 0 0,1 0 0,-1 0 0,0 0 0,-4 10 0,-14 36 0,3 1 0,1 0 0,3 1 0,2 1 0,-5 64 0,9 247 0,-15-532 0,-15-22 0,30 171 0,2 1 0,-2-38 0,9 46 0,-4 14 0,0 0 0,0 0 0,0 0 0,1-1 0,-1 1 0,0 0 0,0 0 0,1 0 0,-1 0 0,0 0 0,0-1 0,0 1 0,1 0 0,-1 0 0,0 0 0,0 0 0,1 0 0,-1 0 0,0 0 0,0 0 0,1 0 0,-1 0 0,0 0 0,0 0 0,1 0 0,-1 0 0,0 0 0,0 1 0,1-1 0,-1 0 0,2 1 0,-1 0 0,1 1 0,-1-1 0,1 0 0,-1 1 0,0-1 0,1 1 0,-1-1 0,0 1 0,0 0 0,1 3 0,5 11 0,0 1 0,-1 1 0,-2-1 0,4 22 0,7 77 0,-7-39 0,-6-61 0,0-1 0,0 0 0,0 0 0,2-1 0,10 29 0,-8-36 0,-2-13 0,0-15 0,-2-21 0,-1 0 0,-3 0 0,-1 1 0,-2-1 0,-2 1 0,-15-52 0,17 75 0,-2 1 0,0-1 0,-1 1 0,0 0 0,-2 1 0,0 0 0,-1 0 0,0 1 0,-1 1 0,-1 0 0,-19-16 0,13 15 0,0 1 0,-1 0 0,0 2 0,-1 1 0,0 0 0,-1 2 0,0 0 0,-37-9 0,55 17 0,-83-17 0,80 17 0,-1 0 0,0 0 0,0 1 0,0 0 0,0 0 0,1 1 0,-1 0 0,-14 5 0,19-5 0,0 1 0,1-1 0,-1 1 0,0 0 0,1 0 0,-1 0 0,1 0 0,0 1 0,0-1 0,0 0 0,0 1 0,0 0 0,0 0 0,1-1 0,-1 1 0,1 0 0,0 0 0,0 0 0,0 0 0,0 0 0,1 1 0,-1 3 0,-1 8 0,1 0 0,1 0 0,1 21 0,1-15 0,2 0 0,0 1 0,1-1 0,1-1 0,1 1 0,0-1 0,15 25 0,-14-29 0,1 0 0,1-1 0,0-1 0,1 0 0,1 0 0,0-1 0,0-1 0,2 0 0,18 14 0,-25-22 0,0 0 0,1 0 0,0-1 0,0 0 0,0 0 0,0-1 0,0 0 0,1-1 0,-1 1 0,0-2 0,1 1 0,-1-1 0,1 0 0,-1-1 0,1 0 0,8-2 0,-16 2 0,0 1 0,-1 0 0,1-1 0,0 1 0,0-1 0,0 1 0,0-1 0,-1 1 0,1-1 0,0 0 0,-1 1 0,1-1 0,0 0 0,-1 0 0,1 1 0,-1-1 0,1 0 0,-1 0 0,1 0 0,-1 0 0,1-1 0,0-26 0,-2 16 0,-2 0 0,-5-17 0,3 12 0,-2 1 0,0 0 0,-1 1 0,0 0 0,-2 0 0,1 0 0,-2 1 0,-15-16 0,9 13 0,-2 0 0,0 1 0,-1 1 0,0 1 0,-27-14 0,4 7 0,-2 1 0,0 3 0,0 2 0,-1 1 0,-70-10 0,106 22 0,-21-1 0,30 3 0,0 0 0,0 0 0,0 0 0,0 1 0,0-1 0,1 0 0,-1 1 0,0-1 0,0 0 0,0 1 0,1-1 0,-1 1 0,0-1 0,0 1 0,1 0 0,-1-1 0,0 1 0,1 0 0,-1-1 0,1 1 0,-1 0 0,1 0 0,-1-1 0,1 1 0,0 0 0,-1 0 0,1 0 0,0 0 0,-1 1 0,0 8 0,0-1 0,1 1 0,0-1 0,0 1 0,1-1 0,1 0 0,-1 1 0,1-1 0,1 0 0,3 10 0,6 11 0,25 45 0,-30-62 0,1 0 0,1 0 0,0-1 0,0-1 0,2 0 0,-1 0 0,17 13 0,-19-18 0,-1-1 0,1 0 0,-1 0 0,1-1 0,1 0 0,-1 0 0,0-1 0,1 0 0,0 0 0,0-1 0,0 0 0,0-1 0,13 1 0,-21-3 0,0 1 0,0 0 0,0 0 0,0-1 0,0 1 0,0 0 0,0-1 0,0 1 0,0-1 0,-1 1 0,1-1 0,0 0 0,0 1 0,0-1 0,-1 0 0,1 0 0,0 1 0,-1-1 0,1 0 0,0 0 0,-1 0 0,1 0 0,-1 0 0,0 0 0,1 0 0,-1 0 0,0 0 0,1 0 0,-1 0 0,0 0 0,0 0 0,0 0 0,0 0 0,0 0 0,0 0 0,0 0 0,0 0 0,-1-2 0,0-3 0,0-1 0,0 0 0,0 1 0,-5-13 0,0 6 0,-1 0 0,0 1 0,-1 0 0,0 0 0,-1 1 0,0 0 0,0 0 0,-2 1 0,1 1 0,-1-1 0,0 2 0,-1 0 0,0 0 0,-1 1 0,1 0 0,-1 1 0,-1 1 0,-24-8 0,21 11 0,-1 1 0,1 1 0,-35 2 0,31 0 0,18-2 0,1 1 0,-1-1 0,1 0 0,-1 1 0,1 0 0,-1 0 0,1 0 0,0 0 0,0 0 0,-1 0 0,1 0 0,0 1 0,0-1 0,0 1 0,0 0 0,1-1 0,-1 1 0,-3 4 0,0 2 0,0 0 0,1 1 0,-6 16 0,-11 17 0,12-27 0,8-11 0,-1-1 0,0 1 0,0-1 0,-1 0 0,1 1 0,-1-1 0,1 0 0,-6 4 0,7-7 0,0 1 0,1-1 0,-1 0 0,0 0 0,0 0 0,1 0 0,-1 0 0,0-1 0,1 1 0,-1 0 0,0 0 0,1 0 0,-1 0 0,0-1 0,1 1 0,-1 0 0,0-1 0,1 1 0,-1-1 0,1 1 0,-1 0 0,1-1 0,-1 1 0,1-1 0,-1 0 0,1 1 0,0-1 0,-1 1 0,0-2 0,-13-22 0,11 19 0,2 4 0,0-1 0,0 0 0,0 0 0,0 0 0,1 0 0,-1 0 0,0 0 0,1 0 0,0-1 0,-1 1 0,1 0 0,0-4 0,0 6 0,0 0 0,0-1 0,0 1 0,1-1 0,-1 1 0,0 0 0,0 0 0,0-1 0,0 1 0,1 0 0,-1-1 0,0 1 0,0 0 0,1 0 0,-1-1 0,0 1 0,1 0 0,-1 0 0,0-1 0,0 1 0,1 0 0,-1 0 0,0 0 0,1 0 0,-1 0 0,1 0 0,-1-1 0,19 6 0,-9 0 0,1 1 0,-1 0 0,0 1 0,-1 0 0,1 0 0,-2 1 0,12 12 0,-12-11 0,0-1 0,-1 1 0,0 1 0,-1 0 0,0-1 0,0 2 0,-1-1 0,7 21 0,-6-16 0,2 0 0,0 0 0,1 0 0,0-1 0,1-1 0,19 20 0,0 3 0,16 14 0,8 12 0,39 54 0,-31-19 0,-37-58 0,-10-13 0,2 0 0,0-1 0,2-1 0,1 0 0,31 30 0,-50-54 0,0 0 0,1 1 0,-1-1 0,0 0 0,1 1 0,-1-1 0,0 0 0,1 0 0,-1 1 0,0-1 0,1 0 0,-1 0 0,1 0 0,-1 1 0,0-1 0,1 0 0,-1 0 0,1 0 0,-1 0 0,1 0 0,-1 0 0,1 0 0,-1 0 0,1 0 0,-1 0 0,0 0 0,1 0 0,-1 0 0,1-1 0,-1 1 0,1 0 0,0-1 0,-1 1 0,1-1 0,0 0 0,-1 0 0,1 0 0,0 0 0,-1 0 0,0-1 0,1 1 0,-1 0 0,1 0 0,-1 0 0,0-2 0,2-42 0,-2 39 0,-2-276 0,2 281 0,0 1 0,0-1 0,0 1 0,0-1 0,0 1 0,0-1 0,0 1 0,0-1 0,0 1 0,0-1 0,1 1 0,-1-1 0,0 1 0,0-1 0,1 1 0,-1 0 0,0-1 0,0 1 0,1-1 0,-1 1 0,0 0 0,1-1 0,-1 1 0,1 0 0,-1-1 0,0 1 0,1 0 0,-1-1 0,1 1 0,0 0 0,18 2 0,18 17 0,-19-8 0,-1 1 0,0 1 0,0 1 0,-2 0 0,0 1 0,0 1 0,-2 0 0,0 1 0,-1 1 0,18 34 0,10 17 0,-24-44 0,14 34 0,-25-50 0,-2 1 0,0-1 0,0 1 0,0 0 0,-2 0 0,1 1 0,0 14 0,-3 132 0,1-156 0,0 0 0,0 0 0,0 0 0,0 0 0,0 0 0,0 0 0,-1 1 0,1-1 0,0 0 0,0 0 0,-1 0 0,1 0 0,-1-1 0,1 1 0,-1 0 0,1 0 0,-1 0 0,0 0 0,1 0 0,-1-1 0,-1 2 0,1-2 0,0 0 0,1 1 0,-1-1 0,0 0 0,0 0 0,0 0 0,0 0 0,1 0 0,-1 0 0,0 0 0,0 0 0,0 0 0,0-1 0,1 1 0,-1 0 0,0-1 0,0 1 0,0 0 0,1-1 0,-2 0 0,-3-2 0,-1-1 0,1 0 0,0-1 0,1 1 0,-6-7 0,-81-83 0,56 60 0,-37-45 0,5-14 0,34 47 0,-64-72 0,70 89 0,1 0 0,-29-46 0,3 3 0,24 33 0,25 32 0,0 1 0,-1 0 0,0 0 0,-1 1 0,1-1 0,-1 1 0,0 0 0,0 1 0,-1-1 0,-8-5 0,-12-5 0,19 10 0,0 0 0,0 1 0,0 0 0,-1 0 0,0 1 0,1 0 0,-2 0 0,1 1 0,0 0 0,0 1 0,-16-2 0,19 3 0,1 0 0,0 0 0,0 0 0,0-1 0,0 0 0,0 0 0,0 0 0,0 0 0,0-1 0,0 1 0,0-1 0,0 0 0,1 0 0,-1 0 0,1-1 0,0 1 0,0-1 0,-1 0 0,2 0 0,-1 0 0,0 0 0,1-1 0,-1 1 0,1-1 0,0 1 0,-3-8 0,5 10 0,0 1 0,0 0 0,-1-1 0,1 1 0,0 0 0,0-1 0,0 1 0,0 0 0,0-1 0,0 1 0,0 0 0,0-1 0,0 1 0,0 0 0,0-1 0,0 1 0,0 0 0,1-1 0,-1 1 0,0 0 0,0 0 0,0-1 0,0 1 0,0 0 0,1-1 0,-1 1 0,0 0 0,0 0 0,1-1 0,-1 1 0,0 0 0,0 0 0,1 0 0,-1-1 0,0 1 0,0 0 0,1 0 0,17-3 0,20 8 0,-38-5 0,21 3 0,-1 1 0,0 1 0,-1 1 0,0 1 0,0 1 0,0 1 0,34 21 0,-46-25 0,-1 1 0,-1 0 0,1 0 0,-1 1 0,0-1 0,0 1 0,0 0 0,3 9 0,0 2 0,0 1 0,7 22 0,-2 15 0,-11-44 0,0 0 0,1 0 0,0 0 0,1 0 0,1-1 0,-1 1 0,2-1 0,9 14 0,-15-25 0,0 0 0,0 0 0,0 1 0,0-1 0,0 0 0,0 0 0,0 0 0,0 0 0,0 0 0,0 0 0,0 0 0,0 0 0,0 0 0,0 0 0,0 0 0,0 0 0,1 0 0,-1 0 0,0 1 0,0-1 0,0 0 0,0 0 0,0 0 0,0 0 0,0 0 0,0 0 0,0 0 0,0 0 0,1 0 0,-1 0 0,0 0 0,0 0 0,0 0 0,0 0 0,0 0 0,0 0 0,0 0 0,0 0 0,0-1 0,0 1 0,1 0 0,-1 0 0,0 0 0,0 0 0,0 0 0,0 0 0,0 0 0,0 0 0,0 0 0,0 0 0,0 0 0,0 0 0,0 0 0,0 0 0,0 0 0,0-1 0,0 1 0,0 0 0,3-9 0,-3-10 0,-1 13 0,0 1 0,-1-1 0,0 1 0,0-1 0,0 1 0,0 0 0,-1 0 0,-4-6 0,-31-38 0,13 18 0,20 24 0,1 0 0,-2 1 0,1-1 0,-1 1 0,0 0 0,0 1 0,0 0 0,-8-5 0,13 10 0,1-1 0,-1 1 0,1 0 0,-1 0 0,1 0 0,-1 0 0,1-1 0,-1 1 0,1 0 0,-1 0 0,1 0 0,-1 0 0,1 0 0,-1 0 0,1 0 0,-1 0 0,1 0 0,-1 0 0,1 1 0,-1-1 0,1 0 0,-1 0 0,1 0 0,-1 1 0,1-1 0,-1 0 0,1 0 0,-1 1 0,-5 15 0,6 28 0,0-35 0,0 0 0,0-4 0,0 0 0,0 0 0,0 0 0,1 0 0,-1 0 0,1 0 0,0 0 0,1 0 0,-1-1 0,1 1 0,0 0 0,0-1 0,0 1 0,5 6 0,21 36 282,-12-18-1929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09:09.143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0 4 24575,'0'-1'0,"0"-1"0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09:35.047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465 598 24575,'1'6'0,"-1"0"0,2 0 0,-1 1 0,1-1 0,3 7 0,3 13 0,0 28 0,-2 0 0,-3 1 0,-5 94 0,2-148 0,0 0 0,0 0 0,0-1 0,0 1 0,0 0 0,-1 0 0,1-1 0,0 1 0,0 0 0,0 0 0,-1-1 0,1 1 0,0 0 0,-1-1 0,1 1 0,0-1 0,-1 1 0,0 0 0,1 0 0,-1-1 0,1 0 0,0 0 0,-1 0 0,1 0 0,0 0 0,-1 0 0,1 0 0,0 0 0,-1 0 0,1 0 0,-1-1 0,1 1 0,0 0 0,-1 0 0,1 0 0,0 0 0,-1 0 0,1-1 0,0 1 0,0 0 0,-1 0 0,1 0 0,0-1 0,-1 1 0,-20-27 0,17 21 0,-68-83 0,47 62 0,2-1 0,2-1 0,0-1 0,-16-33 0,31 47 0,1-1 0,0 0 0,1 0 0,1 0 0,1 0 0,-1-26 0,2 18 0,-2 1 0,-7-32 0,-1-11 0,9 51 0,0-1 0,-9-29 0,6 35 0,0 0 0,-1 0 0,0 1 0,-1 0 0,0 0 0,-10-10 0,-20-31 0,30 42 0,0-1 0,0 2 0,-1-1 0,-12-10 0,10 10 0,1 0 0,-15-19 0,22 24 0,0 1 0,1-1 0,0 0 0,0 1 0,0-1 0,0 0 0,0 0 0,1 1 0,-1-1 0,1 0 0,0 0 0,1 0 0,-1 0 0,2-6 0,1 15 0,0 1 0,-1 0 0,1-1 0,2 11 0,-1 10 0,-1 1 0,-2-1 0,-3 51 0,1-14 0,1 193 0,0-248 0,1 0 0,1 0 0,0-1 0,0 1 0,4 10 0,6 20 0,-3 20 0,-2 1 0,-1 93 0,1 30 0,-7 328 0,1-497 0,0-1 0,1 1 0,5 18 0,3 16 0,-10-46 0,0 0 0,0-1 0,0 1 0,0-1 0,0 1 0,0 0 0,0-1 0,0 1 0,0-1 0,0 1 0,1 0 0,-1-1 0,0 1 0,1-1 0,-1 1 0,0-1 0,1 1 0,-1-1 0,0 1 0,1-1 0,-1 1 0,1-1 0,-1 0 0,1 1 0,-1-1 0,1 0 0,-1 1 0,1-1 0,-1 0 0,1 0 0,-1 1 0,1-1 0,0 0 0,-1 0 0,1 0 0,0 0 0,-1 0 0,1 0 0,-1 0 0,1 0 0,0 0 0,-1 0 0,1 0 0,-1 0 0,1 0 0,0-1 0,-1 1 0,1 0 0,-1 0 0,1-1 0,-1 1 0,1 0 0,-1-1 0,1 1 0,-1 0 0,1-1 0,0 0 0,6-4 0,0-1 0,-1 0 0,8-8 0,-9 9 0,4-5 0,-1-1 0,0 1 0,0-2 0,-2 1 0,1-1 0,-1 0 0,5-15 0,-3 7 0,17-27 0,-14 26 0,0 0 0,7-24 0,4-7 0,-8 22 0,32-49 0,-41 72 0,0-1 0,1 1 0,0 1 0,0-1 0,0 1 0,1 0 0,0 0 0,0 1 0,1 0 0,-1 0 0,15-6 0,-21 11 0,0-1 0,1 1 0,-1-1 0,0 1 0,1 0 0,-1 0 0,0 0 0,1 0 0,-1 0 0,0 0 0,1 0 0,-1 0 0,0 0 0,1 1 0,-1-1 0,0 0 0,1 1 0,-1-1 0,0 1 0,2 1 0,-1-1 0,1 1 0,-1 0 0,0 0 0,0 0 0,-1 0 0,1 1 0,0-1 0,-1 0 0,3 5 0,1 6 0,1 0 0,-2 1 0,4 18 0,-4-17 0,16 53-1365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09:41.325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804 0 24575,'-2'2'0,"0"-1"0,-1 1 0,1-1 0,0 1 0,1 0 0,-1 0 0,0 0 0,0 0 0,1 0 0,-1 0 0,1 0 0,0 1 0,0-1 0,-2 4 0,3-5 0,-16 33 0,-18 63 0,6-14 0,18-55 0,-15 33 0,23-56 0,-1 0 0,0 0 0,0-1 0,0 1 0,0-1 0,-1 0 0,1 0 0,-1 0 0,-7 4 0,11-7 0,-1-1 0,1 0 0,-1 1 0,1-1 0,-1 0 0,1 0 0,-1 1 0,0-1 0,1 0 0,-1 0 0,1 0 0,-1 0 0,0 0 0,1 0 0,-1 0 0,1 0 0,-1 0 0,0 0 0,1 0 0,-1 0 0,1 0 0,-1-1 0,0 1 0,1 0 0,-1 0 0,1-1 0,-1 1 0,-13-17 0,-3-23 0,13 22 0,0-1 0,1 1 0,2-1 0,-1 0 0,4-36 0,-2-30 0,0 84 0,0 0 0,-1-1 0,1 1 0,0-1 0,-1 1 0,0 0 0,1-1 0,-1 1 0,0 0 0,1 0 0,-1 0 0,0 0 0,0-1 0,0 1 0,0 0 0,0 0 0,0 1 0,-1-1 0,1 0 0,0 0 0,0 0 0,-1 1 0,1-1 0,0 1 0,-1-1 0,1 1 0,0-1 0,-1 1 0,1 0 0,-1 0 0,-1 0 0,-6-1 0,0 0 0,0 1 0,-15 2 0,23-2 0,-3 2 0,0 0 0,1 0 0,-1 0 0,0 1 0,0-1 0,1 1 0,0 0 0,-1 0 0,1 0 0,0 0 0,1 0 0,-1 1 0,-2 3 0,-7 7 0,-11 13 0,-27 42 0,-2 3 0,37-53 0,12-14 0,-1 0 0,0 0 0,0-1 0,-9 9 0,11-12 0,-1 1 0,1-1 0,-1 1 0,0-1 0,1 0 0,-1 0 0,0 0 0,0-1 0,0 1 0,1-1 0,-1 1 0,0-1 0,-5 0 0,3 0 0,1 0 0,0 0 0,-1 0 0,1-1 0,0 1 0,0-1 0,-1 0 0,1 0 0,0-1 0,0 1 0,0-1 0,0 0 0,1 0 0,-1 0 0,0 0 0,1-1 0,-1 0 0,1 0 0,-4-3 0,4 3 0,0 1 0,-1 0 0,0 0 0,1 0 0,-1 0 0,0 1 0,0-1 0,0 1 0,-6-1 0,-39-3 0,47 4 0,0 1 0,0 0 0,0 0 0,0 0 0,0 1 0,0-1 0,0 0 0,0 1 0,0-1 0,0 1 0,0 0 0,0-1 0,-2 3 0,4-3 0,-1 0 0,1 1 0,0-1 0,-1 0 0,1 1 0,0-1 0,0 1 0,0-1 0,0 0 0,-1 1 0,1-1 0,0 1 0,0-1 0,0 1 0,0-1 0,0 0 0,0 1 0,0-1 0,0 1 0,0-1 0,0 1 0,0 0 0,9 16 0,21 11 0,-25-24 0,0 1 0,0 0 0,0 0 0,6 8 0,-1 1 0,-1 0 0,11 22 0,-17-28 0,0-1 0,-1 0 0,0 1 0,0 0 0,-1 0 0,0-1 0,0 14 0,1-1 0,0 0 0,1 0 0,1 0 0,1-1 0,1 0 0,11 26 0,-10-25 0,3 6 0,1 0 0,23 39 0,-26-50 0,-2-1 0,0 1 0,-1 0 0,0 1 0,4 27 0,7 24 0,-12-51 0,-3-11 0,1 1 0,-1-1 0,1 1 0,0-1 0,0 0 0,1 0 0,4 7 0,-7-12 0,1 1 0,-1-1 0,0 0 0,0 0 0,1 0 0,-1 0 0,0 0 0,1 0 0,-1 1 0,0-1 0,1 0 0,-1 0 0,0 0 0,1 0 0,-1 0 0,0 0 0,1 0 0,-1 0 0,0 0 0,1-1 0,-1 1 0,0 0 0,1 0 0,-1 0 0,0 0 0,0 0 0,1 0 0,-1-1 0,0 1 0,1 0 0,-1 0 0,0-1 0,0 1 0,1 0 0,-1 0 0,0-1 0,0 1 0,0 0 0,0 0 0,1-1 0,-1 1 0,0 0 0,0-1 0,0 1 0,0 0 0,0-1 0,0 1 0,8-20 0,-7 19 0,6-23 0,0 0 0,-2-1 0,4-38 0,-3-75 0,-3 35 0,-1 89 0,0 0 0,1 1 0,6-19 0,-5 21 0,-1 0 0,0 0 0,-1-1 0,0 1 0,0-19 0,-2 29 0,0 0 0,0 1 0,0-1 0,0 0 0,-1 0 0,1 1 0,0-1 0,-1 0 0,1 1 0,-1-1 0,1 0 0,0 1 0,-1-1 0,1 1 0,-1-1 0,0 1 0,1-1 0,-1 1 0,1-1 0,-1 1 0,0-1 0,1 1 0,-1 0 0,0-1 0,0 1 0,1 0 0,-1 0 0,0 0 0,0 0 0,0-1 0,-31-1 0,13 2 0,-31-18 0,44 15 0,0 1 0,-1-1 0,1 1 0,0 0 0,-1 0 0,1 1 0,-1 0 0,0 0 0,1 1 0,-1 0 0,0 0 0,-6 1 0,-20 10 0,29-9 0,0 0 0,0-1 0,-1 1 0,1-1 0,0 0 0,-1 0 0,1 0 0,0-1 0,-1 1 0,1-1 0,-6 0 0,10 0 0,0 0 0,0 0 0,-1 0 0,1 0 0,0 0 0,0 0 0,-1 0 0,1 0 0,0 0 0,-1 0 0,1 0 0,0 0 0,0 0 0,-1-1 0,1 1 0,0 0 0,0 0 0,0 0 0,-1 0 0,1 0 0,0 0 0,0-1 0,-1 1 0,1 0 0,0 0 0,0 0 0,0-1 0,0 1 0,-1 0 0,1 0 0,0 0 0,0-1 0,0 1 0,0 0 0,0 0 0,0-1 0,10-3 0,18 0 0,75 3-1365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09:51.300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2 1 24575,'-2'113'0,"4"116"0,-1-222 0,1 1 0,0-1 0,0 1 0,1-1 0,0 0 0,0 0 0,0 0 0,9 11 0,-7-9 0,0-1 0,0 1 0,-1 0 0,0 0 0,2 10 0,-5-16 0,0-1 0,-1 1 0,1 0 0,0-1 0,1 1 0,-1-1 0,0 0 0,1 1 0,-1-1 0,1 0 0,0 0 0,0 0 0,0 0 0,0 0 0,0 0 0,0-1 0,0 1 0,0-1 0,1 1 0,-1-1 0,1 0 0,-1 0 0,4 1 0,-1-1 0,0 0 0,1 0 0,-1 0 0,1-1 0,-1 0 0,1 0 0,-1 0 0,1-1 0,-1 1 0,10-4 0,-11 2 0,-1 1 0,1-1 0,-1 0 0,0 0 0,0 0 0,0-1 0,0 1 0,0-1 0,0 0 0,-1 0 0,5-5 0,23-39 0,-27 42 0,2-4 0,-1-1 0,7-20 0,-9 23 0,0 0 0,0 0 0,1 1 0,0-1 0,0 1 0,1 0 0,0 0 0,0 0 0,6-6 0,-6 8 0,1 1 0,-1 0 0,1 0 0,0 1 0,0-1 0,0 1 0,0 0 0,1 0 0,-1 1 0,1 0 0,-1 0 0,1 0 0,-1 0 0,1 1 0,-1 0 0,1 0 0,-1 1 0,12 2 0,-17-3 0,0 0 0,0 0 0,0 0 0,0 0 0,0 0 0,1 0 0,-1 0 0,0 0 0,0 0 0,0 0 0,0 0 0,0 0 0,0 1 0,1-1 0,-1 0 0,0 0 0,0 0 0,0 0 0,0 0 0,0 0 0,0 1 0,0-1 0,0 0 0,0 0 0,0 0 0,0 0 0,0 0 0,0 1 0,0-1 0,0 0 0,0 0 0,0 0 0,0 0 0,0 0 0,0 1 0,0-1 0,0 0 0,0 0 0,0 0 0,0 0 0,0 1 0,0-1 0,0 0 0,0 0 0,0 0 0,0 0 0,0 0 0,0 0 0,-1 1 0,-7 11 0,-13 10 0,15-16 0,-1 1 0,1 0 0,0 1 0,0-1 0,1 1 0,0 0 0,1 0 0,0 1 0,0 0 0,1-1 0,0 1 0,-3 15 0,-43 124 0,38-111 0,7-24 0,0 0 0,1 0 0,0 0 0,1 1 0,0 19 0,2-25 0,1 40 0,-2 0 0,-11 78 0,9-106 0,-1 35 0,3-21 0,-1-25 0,0-12 0,1-16 0,2 6 0,2 0 0,0 0 0,0 0 0,10-21 0,-8 21 0,0 0 0,-1 0 0,0-1 0,1-15 0,15-84 0,-13 80 0,-6 24 0,0 5 0,-1 0 0,1 0 0,0 0 0,0 0 0,0 0 0,0 0 0,1 0 0,0 0 0,0 1 0,0-1 0,3-4 0,-5 8 0,1 1 0,-1-1 0,0 0 0,1 0 0,-1 0 0,1 0 0,-1 1 0,0-1 0,1 0 0,-1 0 0,0 1 0,0-1 0,1 0 0,-1 0 0,0 1 0,1-1 0,-1 0 0,0 1 0,0-1 0,0 0 0,0 1 0,1-1 0,-1 1 0,0-1 0,0 0 0,0 1 0,0-1 0,0 1 0,0-1 0,0 0 0,0 1 0,0-1 0,0 1 0,0 0 0,3 18 0,-3-18 0,7 47 0,19 65 0,-21-88 0,-1 0 0,-1 0 0,-1 0 0,-1 0 0,-5 44 0,3-64 0,0 0 0,0 0 0,-1 0 0,0 0 0,0 0 0,0-1 0,0 1 0,-1-1 0,-5 7 0,4-4 0,0-1 0,0 0 0,1 1 0,-3 7 0,-1 4 0,-1-1 0,-18 31 0,15-30 0,-14 36 0,20-44 0,-1 0 0,0-1 0,0 0 0,-13 16 0,17-23 0,0 0 0,2-3 0,4-9 0,10-13 0,20-16 0,-16 19 0,18-26 0,-9 1 0,-27 45 0,-1 0 0,1 0 0,0 0 0,0 0 0,0 0 0,0-1 0,1 1 0,-1 0 0,0 0 0,0 0 0,0 0 0,0 0 0,0-1 0,0 1 0,0 0 0,0 0 0,0 0 0,0 0 0,0 0 0,0 0 0,0 0 0,0 0 0,1-1 0,-1 1 0,0 0 0,0 0 0,0 0 0,0 0 0,0 0 0,0 0 0,0 0 0,1 0 0,-1 0 0,0 0 0,0 0 0,0 0 0,0 0 0,0 0 0,1 0 0,-1 0 0,0 0 0,0 0 0,0 0 0,0 0 0,0 0 0,0 0 0,1 0 0,-1 0 0,0 0 0,0 0 0,0 0 0,0 0 0,0 0 0,0 0 0,1 0 0,-1 1 0,1 9 0,-2 16 0,-6-1 0,-1 0 0,-2 0 0,-11 24 0,-10 22 0,19-28 0,10-33 0,-1 0 0,0 0 0,-1 0 0,0 0 0,-7 12 0,-3 3 0,11-18 0,-1 0 0,0-1 0,0 1 0,-7 7 0,5-5 0,0 0 0,1 0 0,0 1 0,0 0 0,1 0 0,-6 20 0,-3 7 0,25-73 0,37-43 0,-30 53 0,5-7 0,-17 21 0,0 0 0,11-13 0,-11 17 0,-1-1 0,0 0 0,0 0 0,7-18 0,-13 27 0,0 1 0,0-1 0,0 0 0,0 0 0,0 0 0,0 0 0,0 0 0,0 0 0,0 0 0,0 0 0,0 0 0,0 0 0,0 0 0,0 1 0,0-1 0,0 0 0,0 0 0,0 0 0,0 0 0,0 0 0,0 0 0,1 0 0,-1 0 0,0 0 0,0 0 0,0 0 0,0 0 0,0 0 0,0 0 0,0 0 0,0 0 0,0 0 0,0 0 0,0 0 0,0 0 0,1 0 0,-1 0 0,0 0 0,0 0 0,0 0 0,0 0 0,0 0 0,0 0 0,0 0 0,0 0 0,0 0 0,0 0 0,0 0 0,1 0 0,-1 0 0,2 17 0,-1 19 0,-2-23 0,1-1 0,-2 0 0,0 0 0,0 1 0,-1-1 0,-1-1 0,0 1 0,-8 17 0,-7 20 0,16-39 0,0-1 0,0 1 0,-1-1 0,0-1 0,-1 1 0,0 0 0,0-1 0,-1 0 0,0 0 0,-9 9 0,-6 2 0,1 2 0,-28 37 0,-33 73 0,79-127 0,0 1 0,-1 0 0,1 0 0,1 0 0,-1 0 0,-1 9 0,-1 3 0,23-43 0,-7 11 0,7-13 0,-1-1 0,-2 0 0,15-35 0,-30 63 0,0 5 0,1 14 0,-1 21 0,-1-171-1365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09:54.621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102 1 24575,'5'0'0,"1"1"0,-1 0 0,0 0 0,0 1 0,0 0 0,0 0 0,0 0 0,0 0 0,0 1 0,8 6 0,-7-5 0,0-1 0,0 1 0,1-1 0,-1 0 0,12 3 0,-8-4 0,25 6 0,-34-8 0,-1 1 0,1-1 0,0 0 0,-1 0 0,1 1 0,0-1 0,-1 0 0,1 1 0,0-1 0,-1 1 0,1-1 0,-1 1 0,1-1 0,-1 1 0,1 0 0,-1-1 0,1 1 0,-1-1 0,0 1 0,1 0 0,-1-1 0,0 1 0,1 0 0,-1 0 0,0-1 0,0 1 0,0 0 0,0 0 0,0-1 0,0 1 0,0 0 0,0 0 0,0-1 0,0 1 0,0 0 0,0-1 0,-1 1 0,1 1 0,-1-2 0,1 1 0,0-1 0,0 0 0,-1 0 0,1 0 0,0 0 0,-1 1 0,1-1 0,0 0 0,-1 0 0,1 0 0,0 0 0,-1 0 0,1 0 0,0 0 0,-1 0 0,1 0 0,-1 0 0,1 0 0,0 0 0,-1 0 0,1 0 0,0 0 0,-1 0 0,1 0 0,0 0 0,-1-1 0,1 1 0,0 0 0,-1 0 0,1-1 0,-18-8 0,6 3 0,12 6 0,-1 0 0,0 1 0,1-1 0,-1 0 0,0 0 0,1 0 0,-1 1 0,0-1 0,1 0 0,-1 1 0,1-1 0,-1 0 0,0 1 0,1-1 0,-1 1 0,1-1 0,-1 1 0,1-1 0,0 1 0,-1-1 0,1 1 0,-1-1 0,1 1 0,0 0 0,0-1 0,-1 1 0,1 0 0,0-1 0,0 1 0,0 0 0,0-1 0,0 1 0,0 0 0,0-1 0,0 1 0,0 1 0,-1 30 0,1-29 0,0 4 0,0 0 0,-1 0 0,0 0 0,0 0 0,-1-1 0,0 1 0,0 0 0,-6 10 0,8-16 0,0-1 0,0 0 0,-1 0 0,1 1 0,0-1 0,0 0 0,-1 1 0,1-1 0,0 0 0,-1 0 0,1 0 0,0 1 0,-1-1 0,1 0 0,0 0 0,-1 0 0,1 0 0,-1 0 0,1 0 0,0 0 0,-1 0 0,1 0 0,0 0 0,-1 0 0,1 0 0,-1 0 0,1 0 0,0 0 0,-1 0 0,1 0 0,0 0 0,-1 0 0,1-1 0,-1 1 0,1 0 0,0 0 0,-1 0 0,1-1 0,0 1 0,0 0 0,-1 0 0,1-1 0,-16-16 0,8 8 0,-4 0 23,1 1 0,-2 1-1,1 0 1,-1 1 0,0 0-1,-22-6 1,-17-8-1547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0:00.495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451 10 24575,'0'0'0,"0"0"0,-1 0 0,1 0 0,0 0 0,0 0 0,-1 0 0,1 0 0,0 0 0,0 0 0,0 0 0,-1 0 0,1 0 0,0 0 0,0 0 0,0 1 0,-1-1 0,1 0 0,0 0 0,0 0 0,0 0 0,-1 0 0,1 0 0,0 1 0,0-1 0,0 0 0,0 0 0,-1 0 0,1 0 0,0 1 0,0-1 0,0 0 0,0 0 0,0 0 0,0 1 0,0-1 0,0 0 0,0 0 0,0 0 0,0 1 0,0-1 0,0 0 0,0 0 0,0 1 0,0-1 0,-4 13 0,0 30 0,1 47 0,3-56 0,-1 1 0,-2-1 0,-8 37 0,11-69 0,0-1 0,-1 0 0,1 1 0,0-1 0,-1 0 0,0 1 0,1-1 0,-1 0 0,0 0 0,1 1 0,-1-1 0,0 0 0,0 0 0,0 0 0,0 0 0,0 0 0,0 0 0,0 0 0,-1-1 0,1 1 0,0 0 0,0-1 0,-1 1 0,1 0 0,0-1 0,-1 0 0,1 1 0,0-1 0,-1 0 0,1 0 0,-1 0 0,1 0 0,0 0 0,-1 0 0,1 0 0,-1 0 0,1 0 0,0-1 0,-1 1 0,1 0 0,0-1 0,-1 0 0,0 0 0,-8-3 0,0-1 0,0 0 0,1 0 0,-12-10 0,18 13 0,-191-116 0,188 115 0,0 0 0,1 0 0,-1-1 0,1 0 0,0 0 0,0 0 0,1-1 0,-1 0 0,1 0 0,0 0 0,-6-10 0,7 7 0,-1 0 0,1 0 0,1 0 0,0 0 0,0-1 0,0 1 0,1-1 0,0-10 0,1 14 0,0 1 0,0-1 0,-1 1 0,0-1 0,0 1 0,0 0 0,0-1 0,0 1 0,-1 0 0,0 0 0,-3-6 0,5 10 0,0 0 0,-1-1 0,1 1 0,0 0 0,0 0 0,0 0 0,0 0 0,0 0 0,0 0 0,-1-1 0,1 1 0,0 0 0,0 0 0,0 0 0,0 0 0,0 0 0,-1 0 0,1 0 0,0 0 0,0 0 0,0 0 0,0 0 0,-1 0 0,1 0 0,0 0 0,0 0 0,0 0 0,0 0 0,-1 0 0,1 0 0,0 0 0,0 0 0,0 0 0,0 0 0,-1 0 0,1 0 0,0 0 0,0 0 0,0 0 0,0 0 0,0 1 0,-1-1 0,1 0 0,0 0 0,-4 11 0,3 12 0,1-23 0,-1 45 0,3 102 0,1-127 0,0 0 0,8 21 0,-5-18 0,35 95 0,-36-106 0,2 8 0,-2 1 0,0-1 0,3 26 0,6 30 0,-6-40 0,-3 1 0,0 0 0,-2 66 0,-2-16 0,-2 89 0,-20 4 0,7-52 0,-6-46 0,6 14 0,8 142 0,7-117 0,-2 127 0,-2-227 0,-8 39 0,7-42 0,0 0 0,2 1 0,-2 25 0,4-44 0,0 11 86,1 1-1,0-1 0,3 16 1,-3-25-152,-1 0 0,1 0 1,-1 0-1,1 0 0,0 0 1,-1 0-1,1 0 0,0 0 1,1 0-1,-1 0 1,0-1-1,0 1 0,1 0 1,-1-1-1,1 1 0,-1-1 1,1 0-1,0 1 0,-1-1 1,1 0-1,0 0 1,0 0-1,0 0 0,0 0 1,4 0-1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0:05.640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40 0 24575,'0'301'0,"0"-300"0,-1-1 0,1 1 0,0-1 0,0 1 0,0-1 0,0 1 0,0-1 0,0 0 0,0 1 0,0-1 0,0 1 0,1-1 0,-1 1 0,0-1 0,0 1 0,0-1 0,0 0 0,1 1 0,-1-1 0,0 1 0,0-1 0,1 0 0,-1 1 0,0-1 0,1 1 0,8-7 0,5-17 0,-4-10 0,-8 26 0,-1 0 0,2 0 0,-1 1 0,1-1 0,0 1 0,0 0 0,7-10 0,-4 7 0,-1 0 0,1-1 0,-2 1 0,1-1 0,-1 0 0,3-14 0,8-19 0,-15 43 0,0 0 0,0 0 0,0-1 0,0 1 0,0 0 0,0 0 0,0-1 0,0 1 0,0 0 0,0 0 0,1 0 0,-1-1 0,0 1 0,0 0 0,0 0 0,0 0 0,0-1 0,0 1 0,0 0 0,0 0 0,1 0 0,-1 0 0,0 0 0,0-1 0,0 1 0,0 0 0,1 0 0,-1 0 0,0 0 0,0 0 0,0 0 0,1 0 0,-1-1 0,0 1 0,0 0 0,0 0 0,1 0 0,-1 0 0,0 0 0,0 0 0,0 0 0,1 0 0,-1 0 0,0 0 0,0 0 0,0 0 0,1 0 0,-1 1 0,4 11 0,-1 19 0,-2 39 0,-3 73 0,2-138 0,-4 26 0,4-30 0,0 0 0,-1 0 0,1 0 0,-1 0 0,1 0 0,-1 1 0,1-1 0,-1 0 0,0 0 0,1-1 0,-1 1 0,0 0 0,0 0 0,1 0 0,-1 0 0,0-1 0,0 1 0,0 0 0,0-1 0,0 1 0,0-1 0,-2 1 0,3 0 0,-1-1 0,0 0 0,0 1 0,1-1 0,-1 1 0,0-1 0,1 1 0,-1-1 0,0 1 0,1-1 0,-1 1 0,1-1 0,-1 1 0,1 0 0,0-1 0,-1 1 0,1 0 0,-1 0 0,1-1 0,0 1 0,0 0 0,-1 0 0,1-1 0,0 1 0,0 1 0,-1 26 0,0-4 0,-3-7 0,0 0 0,-3 31 0,0 1 0,2 13 0,5-51 0,0 1 0,-1-1 0,0 0 0,-1 0 0,-6 20 0,-29 57 0,19 1 0,9-58 0,4-15 0,0 0 0,1 1 0,0 0 0,2 0 0,-2 23 0,5 10 0,-1 58 0,0-107-72,0 0 1,0-1-1,0 1 0,-1 0 0,1 0 0,0-1 0,0 1 0,0 0 1,-1-1-1,1 1 0,0 0 0,0-1 0,-1 1 0,1 0 0,-1-1 1,1 1-1,-2 1-72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0:13.375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2 653 24575,'-1'-99'0,"2"-103"0,0 192 0,1 0 0,0 0 0,1 0 0,-1 0 0,2 0 0,0 1 0,0 0 0,6-10 0,8-20 0,-12 27 0,0 0 0,1 1 0,0-1 0,15-18 0,-5 9 0,0-2 0,24-22 0,5 12 0,-44 31 0,-1 1 0,1-1 0,0 1 0,0-1 0,0 1 0,0 0 0,0 0 0,0 0 0,0 0 0,0 0 0,0 1 0,0-1 0,1 1 0,-1-1 0,0 1 0,0 0 0,1 0 0,-1 0 0,4 0 0,-5 0 0,1 1 0,-1-1 0,1 1 0,-1-1 0,1 1 0,-1 0 0,0-1 0,1 1 0,-1 0 0,0 0 0,0 0 0,1 0 0,-1 0 0,0 0 0,0 0 0,0 1 0,0-1 0,0 0 0,-1 0 0,1 1 0,0-1 0,-1 1 0,1-1 0,0 1 0,-1-1 0,0 1 0,1-1 0,-1 4 0,9 36 0,-6-32 0,-1 0 0,0 0 0,0 0 0,0 16 0,-1 35 0,0-38 0,0 1 0,-2-1 0,-5 33 0,-7-4 0,9-36 0,0 1 0,0-1 0,2 1 0,-2 29 0,5 10 0,-2 116 0,-14-249 0,14 69 0,-6-46 0,7 52 0,0-1 0,0 0 0,0 0 0,1 0 0,-1 0 0,1 1 0,0-1 0,0 0 0,0 1 0,1-1 0,2-5 0,-3 8 0,-1 0 0,1 0 0,0 0 0,-1 0 0,1 0 0,0 0 0,0 0 0,0 1 0,0-1 0,0 0 0,0 1 0,0-1 0,0 0 0,0 1 0,1-1 0,-1 1 0,-1 0 0,1 0 0,0 0 0,-1 0 0,1 0 0,0 0 0,-1 0 0,1 0 0,-1 0 0,1 0 0,0 1 0,-1-1 0,1 0 0,-1 0 0,1 1 0,0-1 0,-1 0 0,1 1 0,-1-1 0,1 1 0,1 1 0,0 1 0,0-1 0,0 1 0,-1-1 0,1 1 0,-1 0 0,1 0 0,-1 0 0,1 3 0,2 11 0,-1 0 0,0 0 0,-1 1 0,-1 29 0,1 4 0,-1-40 0,1-1 0,0 0 0,7 19 0,1 4 0,-7-19 0,-2 0 0,1 27 0,0-1 0,-1-12 0,-1-23 0,0 0 0,0 1 0,1-1 0,-1 0 0,1 1 0,0-1 0,0 0 0,1 0 0,0 0 0,3 8 0,-2-7 0,8 14 0,-11-20 0,0 1 0,0 0 0,1-1 0,-1 1 0,0-1 0,1 1 0,-1-1 0,0 1 0,1-1 0,-1 1 0,0-1 0,1 0 0,-1 1 0,1-1 0,-1 0 0,1 1 0,-1-1 0,1 0 0,0 1 0,-1-1 0,1 0 0,-1 0 0,2 1 0,-1-2 0,-1 0 0,1 1 0,-1-1 0,1 0 0,-1 1 0,0-1 0,1 0 0,-1 0 0,0 1 0,1-1 0,-1 0 0,0 0 0,0 0 0,0 1 0,0-1 0,0 0 0,0 0 0,0 0 0,0 0 0,-1-23 0,1 18 0,0-9 0,0-18 0,-2-1 0,-1 0 0,-9-38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0:25.369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1 405 24562,'257'-405'0,"-88"853"0,-338-896 0,-1 2106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0:29.862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0 26 24575,'0'-3'0,"0"-1"0,0-1 0,0-2 0,1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0:31.988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165 670 24575,'-1'-40'0,"-2"-1"0,-2 0 0,-1 1 0,-24-78 0,22 96 0,0 1 0,-2-1 0,-1 2 0,0-1 0,-25-31 0,32 48 0,1 0 0,0 0 0,0-1 0,1 1 0,-1-1 0,1 1 0,0-1 0,1 0 0,-1 0 0,1 0 0,0 0 0,0 0 0,-1-5 0,-1-13 0,1 0 0,2 0 0,1-31 0,-1 53 0,0 0 0,0 1 0,0-1 0,0 1 0,0-1 0,0 0 0,1 1 0,-1-1 0,0 0 0,0 1 0,0-1 0,1 1 0,-1-1 0,0 1 0,1-1 0,-1 0 0,0 1 0,1-1 0,-1 1 0,1 0 0,-1-1 0,1 1 0,-1-1 0,1 1 0,-1 0 0,1-1 0,-1 1 0,1 0 0,0-1 0,-1 1 0,1 0 0,-1 0 0,1 0 0,0 0 0,-1 0 0,1 0 0,-1-1 0,1 1 0,0 1 0,-1-1 0,1 0 0,0 0 0,-1 0 0,1 0 0,0 0 0,-1 0 0,1 1 0,-1-1 0,1 0 0,-1 1 0,1-1 0,0 1 0,4 1 0,-1 1 0,0-1 0,0 1 0,0 0 0,4 4 0,6 5 0,0 0 0,19 11 0,4 3 0,-32-21 0,-1 0 0,0 0 0,0 0 0,0 1 0,0 0 0,-1 0 0,0 0 0,0 0 0,-1 0 0,1 1 0,-2-1 0,3 11 0,-5-13 0,-5-9 0,-4-10 0,-6-17 0,-16-51 0,14 35 0,18 46 11,0 1-1,-1 0 0,1 0 1,-1-1-1,1 1 0,-1 0 1,1 0-1,-1 0 0,0 0 1,1 0-1,-1 0 0,0 0 1,0 0-1,0 0 0,0 0 1,0 0-1,0 0 0,0 0 1,0 1-1,0-1 0,0 1 1,-1-1-1,1 1 0,0-1 1,0 1-1,-1-1 1,1 1-1,0 0 0,-1 0 1,1 0-1,0 0 0,-3 0 1,1 1-133,0 0 0,0 0 0,1 0 0,-1 1 0,0-1 0,1 1 0,-1 0 0,1 0 0,0 0 1,-1 0-1,1 0 0,0 0 0,-2 4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0:34.296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0 0 24575,'1'7'0,"-1"0"0,2 0 0,-1 0 0,1 0 0,0 0 0,0 0 0,1-1 0,3 9 0,34 53 0,-18-34 0,-22-34 0,0 0 0,0 0 0,0 0 0,0 0 0,0 1 0,0-1 0,0 0 0,0 0 0,0 0 0,0 0 0,0 0 0,0 0 0,0 0 0,0 1 0,0-1 0,0 0 0,0 0 0,0 0 0,1 0 0,-1 0 0,0 0 0,0 0 0,0 0 0,0 0 0,0 1 0,0-1 0,0 0 0,0 0 0,1 0 0,-1 0 0,0 0 0,0 0 0,0 0 0,0 0 0,0 0 0,0 0 0,1 0 0,-1 0 0,0 0 0,0 0 0,0 0 0,0 0 0,0 0 0,0 0 0,1 0 0,-1 0 0,0 0 0,0 0 0,0 0 0,0 0 0,0-1 0,0 1 0,0 0 0,1 0 0,-1 0 0,0 0 0,0 0 0,0 0 0,2-11 0,-1-15 0,-1 26 0,0-26 0,1 11 0,-1 1 0,-1-1 0,0 1 0,-7-29 0,6 45 0,0 11 0,1 16 0,1-21 0,1 0 0,0-1 0,0 1 0,1-1 0,0 1 0,0-1 0,1 0 0,0 0 0,0 0 0,1 0 0,0-1 0,7 10 0,5 5 0,1-2 0,26 23 0,-42-41 0,26 25 0,-26-39 0,-5-7 0,-2 1 0,5 13 0,0 1 0,0 0 0,-1 0 0,1 0 0,-1 1 0,-1-1 0,1 0 0,-5-6 0,7 11-20,-1 0-1,1 0 0,-1 0 1,1 0-1,-1 0 0,1-1 1,-1 1-1,1 0 0,-1 0 0,1 0 1,0 1-1,-1-1 0,1 0 1,-1 0-1,1 0 0,-1 0 1,1 0-1,-1 0 0,1 1 1,-1-1-1,1 0 0,0 0 1,-1 1-1,1-1 0,0 0 1,-1 1-1,1-1 0,0 0 1,-1 1-1,1-1 0,0 0 1,0 1-1,-1-1 0,1 1 1,0-1-1,0 1 0,0-1 1,-1 0-1,1 1 0,0 0 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0:35.791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105 296 24575,'1'-2'0,"0"0"0,0 0 0,0 0 0,0-1 0,-1 1 0,1 0 0,-1-1 0,1 1 0,-1 0 0,0-1 0,0-3 0,0 6 0,0-12 0,0 0 0,0 0 0,-1 0 0,-1 0 0,0 0 0,0 1 0,-1-1 0,-1 1 0,0 0 0,0 0 0,-1 0 0,-1 0 0,-10-15 0,-4-7 0,18 27 0,-1 1 0,0 0 0,1 1 0,-2-1 0,1 0 0,0 1 0,-1 0 0,0-1 0,0 2 0,-7-6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0:37.169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136 224 24575,'0'-8'0,"1"0"0,-1 1 0,-1-1 0,0 0 0,0 0 0,0 1 0,-1-1 0,0 1 0,-1-1 0,1 1 0,-2 0 0,1 0 0,-8-12 0,-34-33 0,10 12 0,35 38 0,-1 1 0,0 0 0,0 0 0,0 0 0,0 0 0,0 0 0,0 0 0,-1 0 0,1 0 0,0 0 0,0 1 0,-3-2 0,4 2 0,0 0 0,-1 0 0,1 0 0,0 0 0,0 0 0,-1 0 0,1 0 0,0 0 0,-1 0 0,1 0 0,0 0 0,-1 1 0,1-1 0,0 0 0,0 0 0,-1 0 0,1 0 0,0 1 0,0-1 0,-1 0 0,1 0 0,0 0 0,0 1 0,0-1 0,-1 0 0,1 0 0,0 1 0,0-1 0,0 0 0,0 0 0,0 1 0,0-1 0,-1 0 0,1 1 0,0 2 0,-1 0 0,1 0 0,0 1 0,0-1 0,0 0 0,0 0 0,0 0 0,1 0 0,1 6 0,6 17 0,2-1 0,0-1 0,17 29 0,47 66 0,-57-97 235,-14-19-342,0-1 0,-1 1 1,1 0-1,-1 0 0,0 0 1,0 1-1,0-1 1,-1 0-1,1 1 0,-1-1 1,1 1-1,-1 0 0,-1-1 1,2 5-1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0:38.573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239 319 24575,'1'0'0,"-1"-1"0,1 1 0,-1 0 0,1-1 0,-1 1 0,1 0 0,-1-1 0,0 1 0,1-1 0,-1 1 0,1-1 0,-1 1 0,0-1 0,0 1 0,1-1 0,-1 1 0,0-1 0,0 0 0,0 1 0,0-1 0,1 1 0,-1-1 0,0 0 0,0 1 0,0-1 0,0 1 0,-1-1 0,1 1 0,0-1 0,0 0 0,0 1 0,-1-2 0,-3-19 0,-2 10 0,0 0 0,-1 1 0,0 0 0,0 1 0,-12-13 0,-13-15 0,30 34 0,-1 0 0,1 1 0,-1 0 0,0-1 0,0 1 0,0 0 0,0 0 0,0 0 0,-1 1 0,1-1 0,0 1 0,-8-2 0,7 2 0,-1-1 0,1 1 0,-1-1 0,1 0 0,0-1 0,0 1 0,-7-6 0,5 2 0,0 0 0,1 0 0,0-1 0,0 0 0,0 0 0,1 0 0,0-1 0,1 0 0,-1 1 0,-3-17 0,7 23 5,-1-1-119,0 0 0,1 0 0,-1-1 0,0 1-1,0 0 1,0 1 0,0-1 0,-1 0 0,1 0-1,0 0 1,-4-2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0:40.223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343 312 24575,'-13'-5'0,"0"0"0,-18-9 0,7 2 0,13 7 0,1-1 0,-1 0 0,1-1 0,1 0 0,-1 0 0,1-1 0,0-1 0,1 0 0,0 0 0,1 0 0,-8-12 0,-2-4 0,-3-5 0,-1 1 0,-47-49 0,67 77-91,0 0 0,0 0 0,0 0 0,0 0 0,0 0 0,0 1 0,0-1 0,0 1 0,0-1 0,-1 0 0,1 1 0,0 0 0,-1-1 0,-1 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0:42.492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523 333 24575,'0'-2'0,"-1"-1"0,1 1 0,-1 0 0,0 0 0,0-1 0,0 1 0,0 0 0,0 0 0,0 0 0,0 0 0,-1 0 0,1 0 0,-1 1 0,1-1 0,-1 0 0,0 1 0,0-1 0,1 1 0,-1 0 0,0-1 0,0 1 0,0 0 0,-1 0 0,-2-1 0,-6-2 0,-1-1 0,-24-4 0,-1 3 0,31 6 0,0-1 0,0 0 0,0 0 0,-1 0 0,1-1 0,0 0 0,0 0 0,1-1 0,-11-5 0,-5-7 0,-29-28 0,33 27 0,-1 1 0,-25-17 0,0 13 0,8 5 0,31 12 0,0-1 0,1 0 0,-1 0 0,1-1 0,0 1 0,-1-1 0,1 1 0,1-1 0,-1 0 0,-3-7 0,4 6 0,-1 1 0,1 0 0,-1 0 0,0 0 0,-1 0 0,1 0 0,0 1 0,-7-5 0,10 8 6,0-1-1,-1 1 1,1-1 0,0 1-1,-1 0 1,1-1-1,0 1 1,-1 0 0,1 0-1,0-1 1,-1 1-1,1 0 1,-1 0 0,1 0-1,-1 0 1,1-1-1,-1 1 1,1 0 0,0 0-1,-1 0 1,1 0-1,-1 0 1,1 0 0,-1 0-1,1 0 1,-1 0-1,1 0 1,-1 0 0,1 1-1,0-1 1,-1 0-1,1 0 1,-1 0-1,1 1 1,-1-1 0,1 0-1,0 0 1,-1 1-1,1-1 1,0 0 0,-1 1-1,1-1 1,0 0-1,0 1 1,-1-1 0,1 0-1,0 1 1,0-1-1,-1 1 1,1-1 0,0 1-1,0-1 1,0 1-1,0-1 1,0 0 0,0 1-1,0-1 1,0 1-1,0-1 1,0 2 0,0 1-250,0 1 0,0 0 0,1-1 0,-1 1 1,1-1-1,1 5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0:44.251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683 287 24575,'-4'-3'0,"1"1"0,0 0 0,0 1 0,-1-1 0,1 1 0,-1-1 0,0 1 0,1 0 0,-1 0 0,0 1 0,0-1 0,0 1 0,1 0 0,-1 0 0,0 0 0,-6 1 0,3 0 0,1-1 0,0 0 0,0-1 0,0 0 0,-9-1 0,-85-36 0,87 33 0,1-1 0,-1-1 0,-18-13 0,11 7 0,-99-65 0,26 21 0,86 53 0,1 0 0,-1 0 0,-1 1 0,1 0 0,-1 0 0,1 1 0,-1 0 0,0 0 0,1 1 0,-1 0 0,0 0 0,0 1 0,-11 1 0,15-2-85,-1 1-1,0-1 0,0 0 1,0 0-1,0 0 0,1 0 1,-1-1-1,-8-4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0:46.058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730 117 24575,'-123'7'0,"104"-8"0,-1-2 0,1-1 0,0 0 0,0-1 0,-34-14 0,-23-6 0,57 19 0,0 2 0,0 0 0,-1 1 0,-33-1 0,31 5 0,11-1 0,0 1 0,0-1 0,0-1 0,0 0 0,0 0 0,0-1 0,0-1 0,-12-4 0,4 0-273,-1 1 0,1 1 0,-1 0 0,-20-1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0:47.803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621 2 24575,'19'-2'0,"-16"2"0,-13 1 0,-33 4 0,-162 11 0,94-17 0,-150 2 0,248 2 342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0:49.462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820 8 24575,'0'-1'0,"-1"1"0,1-1 0,0 1 0,-1 0 0,1-1 0,0 1 0,-1-1 0,1 1 0,-1 0 0,1 0 0,-1-1 0,1 1 0,-1 0 0,1 0 0,-1 0 0,1 0 0,-1-1 0,1 1 0,-1 0 0,1 0 0,-1 0 0,1 0 0,-1 0 0,1 0 0,-1 0 0,0 1 0,-20-3 0,-6 1 0,1 1 0,0 1 0,0 2 0,-33 6 0,51-5 0,-1-1 0,1 1 0,0 0 0,0 1 0,-8 5 0,-28 15 0,23-17 0,0-2 0,0 0 0,-1-1 0,0-1 0,-25 1 0,-112-4 0,27-1 0,128 0 26,-1 1 0,1 0 0,0 0 0,0 0-1,0 1 1,0 0 0,1-1 0,-1 1 0,0 0 0,-3 3-1,-22 10-1674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0:51.919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318 52 24575,'24'-1'0,"-17"0"0,-1 1 0,1-1 0,-1 1 0,1 1 0,-1-1 0,1 1 0,-1 0 0,12 3 0,-17-3 0,-1-1 0,1 0 0,0 1 0,-1-1 0,1 0 0,0 1 0,-1-1 0,1 1 0,0-1 0,-1 1 0,1-1 0,-1 1 0,1-1 0,-1 1 0,1 0 0,-1-1 0,1 1 0,-1 0 0,0-1 0,1 1 0,-1 0 0,0-1 0,0 1 0,0 0 0,1 0 0,-1-1 0,0 1 0,0 0 0,0 0 0,0 0 0,0-1 0,0 1 0,0 0 0,-1 0 0,1-1 0,0 1 0,0 0 0,-1 0 0,1-1 0,0 1 0,-1 0 0,1-1 0,0 1 0,-1 0 0,1-1 0,-1 1 0,1-1 0,-1 1 0,-1 0 0,0 2 0,-1-1 0,0 0 0,1 1 0,-1-1 0,0 0 0,-1 0 0,1-1 0,0 1 0,-5 1 0,-22 3 0,-1-2 0,1 0 0,-42-2 0,33-1 0,-13-2 0,38-1 0,0 2 0,1 0 0,-1 0 0,0 2 0,-21 4 0,33-6 0,1 0 0,0 1 0,-1-1 0,1 1 0,-1-1 0,1 1 0,0 0 0,-1-1 0,1 1 0,0 0 0,0 0 0,0 0 0,0 0 0,0 0 0,0 0 0,0 1 0,0-1 0,-2 3 0,3-4 0,0 0 0,0 0 0,0 1 0,0-1 0,0 0 0,0 1 0,0-1 0,0 0 0,0 1 0,0-1 0,1 0 0,-1 1 0,0-1 0,0 0 0,0 1 0,0-1 0,0 0 0,1 0 0,-1 1 0,0-1 0,0 0 0,0 0 0,1 1 0,-1-1 0,0 0 0,0 0 0,1 0 0,-1 1 0,19 3 0,-18-4 0,4 1 0,0-1 0,0 0 0,0 0 0,0 0 0,0 0 0,0-1 0,0 0 0,0 0 0,0 0 0,0-1 0,0 1 0,0-1 0,-1 0 0,1-1 0,-1 1 0,5-4 0,-2 1 0,0 1 0,0 0 0,0 0 0,0 0 0,1 1 0,-1 0 0,1 0 0,0 1 0,0 0 0,0 0 0,10 0 0,13-4 0,-28 5 0,0 0 0,1 0 0,-1-1 0,0 1 0,0-1 0,0 0 0,4-3 0,-5 3 0,1 0 0,-1 1 0,1-1 0,0 0 0,0 1 0,0 0 0,0-1 0,0 1 0,0 0 0,6 0 0,-6 0 0,1 0 0,0 1 0,-1-1 0,1 0 0,0-1 0,-1 1 0,1-1 0,-1 1 0,0-1 0,0 0 0,1 0 0,-1-1 0,-1 1 0,1-1 0,0 1 0,-1-1 0,1 0 0,3-6 0,5-3 0,-11 12 7,1-2-105,0 1 0,0 0 0,0 0 0,0 1 0,0-1 0,0 0 0,0 0 0,0 0 0,0 1 0,0-1 0,1 0 0,-1 1 0,2-1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0:53.708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628 0 24575,'0'2'0,"0"0"0,-1 0 0,1 0 0,-1 0 0,1-1 0,-1 1 0,1 0 0,-1 0 0,0-1 0,0 1 0,0 0 0,0-1 0,0 1 0,0-1 0,-1 1 0,1-1 0,0 0 0,-1 0 0,1 1 0,-1-1 0,-2 1 0,-4 3 0,1-2 0,-1 1 0,-12 3 0,13-5 0,-58 24 0,48-18 0,-1 0 0,0-1 0,-1-1 0,1-1 0,-1-1 0,0 0 0,-38 1 0,50-4 0,-1-1 0,1 1 0,0 1 0,0 0 0,0 0 0,0 0 0,-9 5 0,8-4 0,0 0 0,0 0 0,0 0 0,-17 2 0,21-5 0,0 1 0,1 0 0,-1 1 0,0-1 0,1 0 0,-1 1 0,1 0 0,0 0 0,0 0 0,0 0 0,-3 3 0,2-1 0,-1-1 0,1 0 0,-1 0 0,1-1 0,-10 4 0,-22 0 0,32-6 0,1 0 0,0 0 0,0 0 0,0 1 0,0-1 0,0 1 0,0-1 0,0 1 0,0 0 0,0 0 0,0 1 0,0-1 0,1 0 0,-1 1 0,0 0 0,1 0 0,-1 0 0,1 0 0,0 0 0,0 0 0,-4 5 0,6-7 0,0 0 0,0 0 0,0 1 0,0-1 0,-1 0 0,1 0 0,0 0 0,0 0 0,0 1 0,0-1 0,0 0 0,0 0 0,0 0 0,0 0 0,0 0 0,0 1 0,0-1 0,0 0 0,0 0 0,0 0 0,0 0 0,0 1 0,1-1 0,-1 0 0,0 0 0,0 0 0,0 0 0,0 1 0,0-1 0,0 0 0,0 0 0,0 0 0,0 0 0,1 0 0,-1 0 0,0 0 0,0 1 0,0-1 0,0 0 0,1 0 0,9 3 0,15-1 0,-24-2 0,22 0-1365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0:55.405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552 1 24575,'-15'17'0,"12"-14"0,0 1 0,-1 0 0,1-1 0,-1 0 0,0 0 0,-5 4 0,-126 80 0,112-72 0,8-4 0,8-6 0,0 0 0,0-1 0,0 1 0,-1-2 0,0 1 0,-14 4 0,12-4 0,-1 0 0,1 0 0,-1 1 0,1 1 0,1 0 0,-1 0 0,1 1 0,0 0 0,-9 10 0,7-8 0,-43 32 0,40-32 0,0 1 0,0 1 0,1 0 0,-21 23 0,28-21 145,6-13-139,0 1-1,0-1 1,0 0-1,1 0 1,-1 0-1,0 1 1,0-1-1,0 0 1,0 0-1,0 0 1,1 0-1,-1 0 1,0 1-1,0-1 1,0 0-1,1 0 1,-1 0-1,0 0 1,0 0-1,0 0 1,1 0-1,-1 0 1,0 0-1,0 0 1,1 0-1,-1 0 1,0 0-1,0 0 1,0 0-1,1 0 1,-1 0-1,0 0 0,1 0 1,24-8-1000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0:56.866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380 0 24575,'0'6'0,"-1"-1"0,0 1 0,-1-1 0,-3 11 0,-2 6 0,5-15 0,-1 1 0,0 0 0,-1-1 0,0 1 0,0-1 0,-1 0 0,1-1 0,-1 1 0,-1-1 0,1 0 0,-1 0 0,0 0 0,-1-1 0,1 0 0,-1-1 0,0 1 0,0-1 0,-1 0 0,1-1 0,-13 4 0,10-2 0,1 0 0,0 0 0,0 1 0,0 0 0,1 0 0,0 1 0,-8 8 0,8-7 0,1-1 0,-1-1 0,0 1 0,-1-1 0,0-1 0,1 1 0,-15 4 0,15-7 0,0 0 0,0 1 0,1 0 0,-1 0 0,-8 7 0,14-10 0,0 0 0,1 1 0,-1-1 0,0 1 0,1-1 0,-1 1 0,1 0 0,-1-1 0,1 1 0,0 0 0,0 0 0,0 0 0,0 0 0,0 0 0,0 0 0,0 0 0,1 1 0,-1-1 0,1 0 0,0 0 0,-1 0 0,1 1 0,0-1 0,0 0 0,1 3 0,-1-4-32,0-1 1,0 0-1,5 3-571,-4-3 571,-1 0 0,0 0 0,1 0 1,-1 0-1,0 0 0,0 0 0,1 0 1,-1 0-1,0 0 0,1 0 0,-1 0 1,0 0-1,0-1 0,1 1 0,-1 0 1,0 0-1,1-1-95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0:59.970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226 1 24575,'0'25'0,"1"-10"0,-1 1 0,0-1 0,-1 1 0,-1-1 0,0 0 0,-1 0 0,-10 29 0,9-34 0,1-1 0,-4 20 0,5-20 0,1 0 0,-2-1 0,0 1 0,-5 12 0,2-9 0,0 0 0,1 1 0,0 0 0,1 0 0,1 0 0,-4 23 0,5-24 0,0-1 0,-1 0 0,-1 0 0,0 0 0,0 0 0,-9 14 0,-40 56 0,20-34 0,30-42 0,0 0 0,0 0 0,0 1 0,1-1 0,0 1 0,-2 8 0,3-14 0,1 0 0,0 0 0,0 0 0,0 0 0,0 0 0,0 0 0,0 0 0,0 0 0,0 0 0,0 1 0,0-1 0,0 0 0,0 0 0,0 0 0,0 0 0,0 0 0,0 0 0,1 0 0,-1 0 0,0 0 0,0 0 0,0 0 0,0 0 0,0 0 0,0 1 0,0-1 0,0 0 0,0 0 0,0 0 0,0 0 0,0 0 0,0 0 0,0 0 0,0 0 0,0 0 0,0 0 0,0 0 0,1 0 0,-1 0 0,0 0 0,0 0 0,0 0 0,0 0 0,0 0 0,0 0 0,0 0 0,0 0 0,0 0 0,0 0 0,0 0 0,0 0 0,1 0 0,-1 0 0,0 0 0,0 0 0,0 0 0,0 0 0,0 0 0,0 0 0,0 0 0,0 0 0,0 0 0,0 0 0,0 0 0,0-1 0,8-4 0,6-9 0,-7 6-170,0-1-1,0 0 0,-1 0 1,0 0-1,-1-1 0,0 0 1,6-17-1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1:02.958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495 0 24575,'0'4'0,"-3"59"0,2-59 0,1 0 0,-1-1 0,0 1 0,0-1 0,0 1 0,0-1 0,0 1 0,-1-1 0,0 0 0,0 1 0,0-1 0,0 0 0,0 0 0,-4 3 0,3-4 0,1-1 0,-1 1 0,1-1 0,-1 0 0,0 0 0,1 0 0,-1 0 0,0-1 0,0 1 0,-3 0 0,4-1 0,-1 0 0,1 0 0,-1 1 0,1-1 0,-1 1 0,1 0 0,0 0 0,-1 0 0,1 0 0,0 0 0,0 0 0,0 1 0,0-1 0,0 1 0,-3 2 0,3-1 0,-1 1 0,1 0 0,0 0 0,0 0 0,0 0 0,1 1 0,-1-1 0,1 0 0,0 1 0,1-1 0,-1 1 0,0 8 0,1-8 0,0 0 0,0 0 0,-1 0 0,0 0 0,0 0 0,0 0 0,-1-1 0,0 1 0,0 0 0,0-1 0,-4 7 0,-18 23 0,-25 48 0,47-78 0,-5 6 0,-1 0 0,1-1 0,-2 0 0,1-1 0,-1 1 0,-14 9 0,-11 10 0,-98 100 0,126-122 51,1 0 0,-1 1-1,-7 14 1,-1-1-1619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1:06.022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1373 1 24575,'0'20'0,"1"116"0,-29 229 0,-51-30 0,3-13 0,63-236 0,4 1 0,2 105 0,6-169 0,1-17 0,-1 1 0,1 0 0,0-1 0,1 1 0,-1 0 0,3 10 0,-2-17 0,-1 0 0,0 0 0,0 0 0,0 0 0,0 0 0,0 0 0,0 1 0,0-1 0,0 0 0,0 0 0,0 0 0,1 0 0,-1 0 0,0 0 0,0 0 0,0 0 0,0 0 0,0 0 0,0 0 0,1 1 0,-1-1 0,0 0 0,0 0 0,0 0 0,0 0 0,0 0 0,0 0 0,1 0 0,-1 0 0,0 0 0,0 0 0,0 0 0,0 0 0,0 0 0,1-1 0,-1 1 0,0 0 0,0 0 0,0 0 0,0 0 0,0 0 0,0 0 0,1 0 0,-1 0 0,0 0 0,0 0 0,0-1 0,9-8 0,6-14 0,-15 23 0,25-46 0,-1-2 0,-3 0 0,25-87 0,23-161 0,-29 40 0,-33 189 0,-4-125 0,-3 190 0,-1 0 0,1-1 0,-1 1 0,1 0 0,-1 0 0,0-1 0,0 1 0,0 0 0,0 0 0,0 0 0,-1 0 0,1 0 0,-1 0 0,1 1 0,-1-1 0,1 0 0,-1 1 0,0-1 0,0 1 0,0 0 0,0-1 0,0 1 0,-4-1 0,-5-3 0,0 1 0,0 1 0,-19-4 0,10 3 0,18 3 0,-3 0 0,-1-1 0,0 1 0,0 0 0,-11 0 0,15 1 0,-1 1 0,1-1 0,0 1 0,-1-1 0,1 1 0,0 0 0,0 0 0,0 0 0,0 0 0,-1 0 0,1 0 0,1 1 0,-1-1 0,0 1 0,-2 2 0,-56 60 0,-17 18 0,36-47 0,-96 96 0,122-114 0,1 0 0,1 1 0,1 0 0,0 1 0,1 0 0,-12 34 0,-39 157 0,33-103 0,-4 31 0,29-118 0,2 0 0,0 1 0,1-1 0,4 40 0,-3-58 0,0 1 0,1-1 0,0 1 0,-1 0 0,1-1 0,0 1 0,0-1 0,1 1 0,-1-1 0,0 0 0,1 0 0,-1 1 0,1-1 0,0 0 0,0 0 0,0-1 0,0 1 0,0 0 0,0-1 0,0 1 0,0-1 0,1 1 0,-1-1 0,1 0 0,-1 0 0,1 0 0,-1-1 0,1 1 0,0-1 0,-1 1 0,1-1 0,0 0 0,-1 0 0,5 0 0,0 0 0,0-1 0,-1 0 0,1 0 0,0-1 0,0 1 0,0-1 0,-1-1 0,1 0 0,-1 1 0,0-2 0,0 1 0,7-6 0,0-2 0,-1-1 0,-1 0 0,0-1 0,0 0 0,13-24 0,-7 8 0,23-57 0,-36 78 0,-1-1 0,0 0 0,-1-1 0,3-17 0,-5 25 0,1 0 0,-1 0 0,0 0 0,0 0 0,0 0 0,0 0 0,-1 0 0,1 0 0,0 0 0,-1 0 0,0 0 0,1 0 0,-1 0 0,0 0 0,0 1 0,0-1 0,0 0 0,0 0 0,0 1 0,-1-1 0,1 1 0,-1-1 0,1 1 0,-1 0 0,1-1 0,-1 1 0,0 0 0,-3-2 0,-8-1 0,0 0 0,0 1 0,0 0 0,-1 1 0,-21-1 0,-74 3 0,57 2 0,30-2 0,0 1 0,0 0 0,0 2 0,-22 5 0,37-6 0,0 1 0,1-1 0,-1 1 0,0 0 0,1 1 0,0-1 0,0 1 0,0 0 0,1 1 0,-1 0 0,1-1 0,0 2 0,0-1 0,1 0 0,-1 1 0,-5 10 0,0 3 0,1 1 0,1 1 0,1 0 0,-6 21 0,-13 91 0,18-92 0,-10 80 0,16-100 0,0 0 0,2 0 0,4 37 0,-3-57 0,-1 1 0,1-1 0,0 0 0,-1 0 0,1 1 0,0-1 0,0 0 0,0 0 0,0 0 0,0 0 0,0 0 0,0 0 0,0 0 0,0 0 0,1 0 0,-1 0 0,0-1 0,0 1 0,1 0 0,-1-1 0,1 1 0,-1-1 0,0 0 0,3 1 0,37 4 0,-41-5 0,4 1 0,-1-1 0,0 0 0,1 0 0,-1 0 0,0 0 0,1-1 0,-1 1 0,0-1 0,0 0 0,0 0 0,0 0 0,0 0 0,0-1 0,0 1 0,0-1 0,0 0 0,0 1 0,-1-1 0,1-1 0,-1 1 0,1 0 0,-1-1 0,0 1 0,0-1 0,0 1 0,0-1 0,-1 0 0,1 0 0,-1 0 0,1 0 0,-1 0 0,0 0 0,0 0 0,-1-1 0,1-3 0,11-57 0,-4 0 0,-2-1 0,-4-75 0,-2 135 0,0 0 0,0 0 0,-1 0 0,0 1 0,0-1 0,0 0 0,0 0 0,-1 1 0,0-1 0,0 1 0,0 0 0,0-1 0,-1 1 0,1 0 0,-1 0 0,0 0 0,-4-3 0,2 3 0,0 1 0,0-1 0,0 1 0,-1 0 0,0 0 0,1 1 0,-1-1 0,0 1 0,0 1 0,0-1 0,0 1 0,-12-1 0,-5 1 0,-1 0 0,0 2 0,0 1 0,0 0 0,0 2 0,1 1 0,0 1 0,0 1 0,0 0 0,1 2 0,0 1 0,1 1 0,0 0 0,0 2 0,-35 29 0,51-38 0,0 1 0,1 0 0,0 0 0,0 0 0,0 1 0,1-1 0,0 1 0,0 0 0,0 0 0,1 0 0,-1 0 0,1 0 0,1 0 0,0 1 0,-1-1 0,2 1 0,-1-1 0,1 1 0,0-1 0,0 1 0,1-1 0,3 13 0,-1-4 0,1 1 0,1-1 0,1 0 0,0 0 0,1-1 0,0 0 0,1 0 0,13 17 0,-14-23 0,-1-1 0,1 1 0,0-2 0,1 1 0,0-1 0,0 0 0,0 0 0,15 7 0,-8-6 0,1-1 0,-1-1 0,1 0 0,27 5 0,-2-5 0,1-2 0,0-2 0,51-4 0,-88 3 0,0 0 0,0-1 0,0 0 0,0 0 0,0 0 0,-1 0 0,1-1 0,0 0 0,0 0 0,4-3 0,-7 4 0,-1 0 0,0 0 0,0 0 0,0 0 0,0 0 0,0 0 0,-1 0 0,1 0 0,0 0 0,0 0 0,-1-1 0,1 1 0,-1 0 0,1 0 0,-1-1 0,1-1 0,-1 1 0,0-1 0,0 1 0,0 0 0,0 0 0,-1-1 0,1 1 0,-1 0 0,1-1 0,-1 1 0,0 0 0,0 0 0,-2-4 0,-1 0 0,0 0 0,-1 1 0,1-1 0,-1 1 0,-1-1 0,1 2 0,-1-1 0,0 1 0,0-1 0,0 2 0,0-1 0,-1 1 0,1 0 0,-1 0 0,0 0 0,-10-1 0,-10-3 0,-1 2 0,-53-3 0,59 7 0,-92-3 0,114 4 0,-1 0 0,1 0 0,0 0 0,0 0 0,-1 0 0,1 0 0,0 0 0,0 0 0,-1 0 0,1 0 0,0 0 0,-1 0 0,1 0 0,0 0 0,0 0 0,-1 0 0,1 0 0,0 0 0,0 0 0,-1 0 0,1 0 0,0 0 0,0 1 0,-1-1 0,1 0 0,0 0 0,0 0 0,-1 0 0,1 1 0,0-1 0,0 0 0,0 0 0,0 0 0,-1 1 0,1-1 0,0 0 0,0 0 0,0 1 0,0-1 0,10 8 0,22 6 0,185 42 0,-126-35 0,-45-13 0,0-1 0,1-3 0,86-3 0,-37-1 0,-86 2 0,-15 2 0,-2 1 0,7-5 0,0 1 0,0-1 0,0 0 0,0 0 0,0 0 0,0 1 0,0-1 0,0 0 0,0 0 0,0 0 0,1 1 0,-1-1 0,0 0 0,0 0 0,0 0 0,0 0 0,0 1 0,0-1 0,0 0 0,0 0 0,1 0 0,-1 0 0,0 1 0,0-1 0,0 0 0,0 0 0,1 0 0,-1 0 0,0 0 0,0 0 0,0 0 0,1 0 0,-1 1 0,0-1 0,0 0 0,0 0 0,1 0 0,-1 0 0,0 0 0,0 0 0,0 0 0,1 0 0,-1 0 0,27 5 0,-22-4 0,-1-1 0,1 1 0,0 0 0,0 1 0,0-1 0,0 1 0,-1 0 0,9 5 0,-13-7 4,0 0-1,0 0 0,0 0 1,0 0-1,0 0 0,1 0 1,-1 0-1,0 0 0,0 1 1,0-1-1,0 0 0,0 0 1,0 0-1,0 0 0,1 0 1,-1 0-1,0 1 0,0-1 1,0 0-1,0 0 1,0 0-1,0 0 0,0 1 1,0-1-1,0 0 0,0 0 1,0 0-1,0 0 0,0 1 1,0-1-1,0 0 0,0 0 1,0 0-1,0 0 0,0 1 1,0-1-1,0 0 0,0 0 1,0 0-1,-1 0 0,1 0 1,0 1-1,0-1 0,0 0 1,0 0-1,0 0 0,0 0 1,0 0-1,-1 0 1,1 1-1,-13 3 168,-14 0-1878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1:08.737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29 491 24575,'11'-223'0,"-1"38"0,-9 182 0,-1 1 0,0-1 0,0 1 0,1-1 0,0 0 0,-1 1 0,1 0 0,0-1 0,0 1 0,0-1 0,1 1 0,-1 0 0,0 0 0,1 0 0,0 0 0,2-3 0,0 2 0,-1 0 0,1 0 0,0 0 0,1 1 0,-1 0 0,0-1 0,1 1 0,5-1 0,5-1 0,0 0 0,1 2 0,-1 0 0,26 0 0,-38 1 0,21 1 0,0 0 0,35 5 0,-51-3 0,0 0 0,0 0 0,0 0 0,-1 1 0,1 0 0,-1 1 0,1 0 0,-1 0 0,0 0 0,-1 1 0,8 6 0,21 20 0,-2 3 0,43 52 0,-68-74 0,-1-1 0,-1 2 0,9 23 0,-11-27 0,0 1 0,0-1 0,0 0 0,1 0 0,1 0 0,-1-1 0,1 0 0,9 9 0,51 57 0,-52-57 0,14 13 0,1-2 0,2-2 0,1 0 0,42 25 0,-40-27 0,31 15 0,-44-28 0,-1 1 0,26 20 0,-3 10 0,10 7 0,-16-23 0,54 29 0,-14-10 0,-67-38 0,0 2 0,-1-1 0,0 1 0,-1 1 0,0-1 0,0 2 0,-1-1 0,11 22 0,-17-32 0,-1 1 0,0-1 0,0 0 0,1 1 0,-1-1 0,0 1 0,0-1 0,0 1 0,1-1 0,-1 1 0,0-1 0,0 1 0,0-1 0,0 1 0,0-1 0,0 1 0,0-1 0,0 1 0,0-1 0,0 1 0,-1-1 0,1 1 0,0-1 0,0 0 0,0 1 0,0-1 0,-1 1 0,1-1 0,0 1 0,0-1 0,-1 0 0,1 1 0,0-1 0,-1 0 0,1 1 0,-1-1 0,1 0 0,0 1 0,-1-1 0,1 0 0,-1 0 0,1 1 0,-1-1 0,1 0 0,-1 0 0,1 0 0,-1 0 0,1 0 0,-1 0 0,0 0 0,-33 3 0,26-3 0,-41-1 0,0-1 0,1-3 0,0-2 0,-48-13 0,-186-65 0,215 60 0,2-2 0,-105-61 0,-105-97 0,261 175 0,0-1 0,0-1 0,1 0 0,1-1 0,0-1 0,0 0 0,2 0 0,0-1 0,-12-24 0,-130-269 0,150 303 0,-1-1 0,1 1 0,0-1 0,1 1 0,-1-1 0,1 1 0,0-1 0,0 0 0,1 0 0,0 0 0,0 1 0,1-12 0,0 16 0,-1 0 0,0 0 0,1 0 0,-1 0 0,1 1 0,0-1 0,-1 0 0,1 0 0,0 0 0,-1 1 0,1-1 0,0 0 0,0 1 0,0-1 0,-1 1 0,1-1 0,0 1 0,0-1 0,0 1 0,0 0 0,0-1 0,0 1 0,0 0 0,0 0 0,0-1 0,0 1 0,0 0 0,0 0 0,0 0 0,0 1 0,0-1 0,0 0 0,2 1 0,3-1 0,-1 1 0,1 1 0,0-1 0,10 5 0,8 7 0,1 1 0,-2 1 0,0 0 0,-1 2 0,-1 1 0,0 1 0,-1 0 0,-1 2 0,-1 0 0,-1 1 0,25 43 0,-35-52 0,-2 1 0,0-1 0,0 1 0,-1 0 0,-1 1 0,0-1 0,-1 0 0,0 30 0,-3-3 0,-11 78 0,5-88 0,-1 0 0,-2 0 0,0 0 0,-30 56 0,32-70 0,-1-1 0,-1 0 0,0 0 0,-1-1 0,-1 0 0,0-1 0,-17 14 0,26-26 0,-1 0 0,0 0 0,1 0 0,-1 0 0,0-1 0,0 0 0,0 0 0,0 0 0,-1 0 0,1-1 0,0 1 0,0-1 0,0 0 0,0-1 0,-1 1 0,1-1 0,0 1 0,0-1 0,-8-3 0,12 3 0,-1 1 0,0-1 0,1 1 0,-1-1 0,1 0 0,-1 1 0,1-1 0,-1 1 0,1-1 0,-1 0 0,1 0 0,0 1 0,-1-1 0,1 0 0,0 0 0,-1 1 0,1-1 0,0 0 0,0 0 0,0 0 0,0 1 0,0-1 0,0 0 0,0 0 0,0 0 0,0 1 0,1-1 0,-1 0 0,0 0 0,0 0 0,1 1 0,-1-1 0,0 0 0,1 1 0,-1-1 0,1 0 0,-1 1 0,1-1 0,-1 0 0,2 0 0,0-2 0,0 1 0,1-1 0,-1 1 0,0 0 0,1 0 0,0 0 0,-1 0 0,7-2 0,-1 1-227,0 1-1,0 1 1,1-1-1,-1 1 1,15 0-1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2:38.387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285 100 24575,'-2'-2'0,"-1"1"0,0 0 0,0-1 0,1 1 0,-1-1 0,1 0 0,-1 0 0,1 0 0,0 0 0,0 0 0,0 0 0,0-1 0,-2-2 0,-4-4 0,4 5 0,0 0 0,-1 1 0,1-1 0,-1 1 0,0 0 0,0 1 0,0-1 0,-1 1 0,1 0 0,-1 0 0,1 1 0,-1-1 0,1 1 0,-1 1 0,-7-1 0,13 1 0,0 0 0,-1 0 0,1 0 0,-1 0 0,1 0 0,0 0 0,-1 0 0,1 0 0,0 0 0,-1 0 0,1 0 0,-1 1 0,1-1 0,0 0 0,-1 0 0,1 0 0,0 1 0,-1-1 0,1 0 0,0 0 0,0 1 0,-1-1 0,1 0 0,0 1 0,0-1 0,-1 0 0,1 1 0,0-1 0,0 0 0,0 1 0,-1 0 0,5 13 0,14 14 0,-17-27 0,38 48 0,-51-64 0,3 5 0,0 0 0,-1 1 0,-18-14 0,15 14 0,-1 1 0,0 0 0,-1 2 0,0-1 0,0 2 0,0 0 0,-20-3 0,35 8 0,0 0 0,0 0 0,0 0 0,0 0 0,0 0 0,0 0 0,0 0 0,0 0 0,0 0 0,0 0 0,0 0 0,0 0 0,0 0 0,0 1 0,0-1 0,0 0 0,0 0 0,0 0 0,0 0 0,0 0 0,0 0 0,0 0 0,0 0 0,0 0 0,0 0 0,0 0 0,0 0 0,0 1 0,0-1 0,0 0 0,0 0 0,0 0 0,0 0 0,0 0 0,0 0 0,0 0 0,0 0 0,0 0 0,0 0 0,0 0 0,0 0 0,0 0 0,0 0 0,0 0 0,0 0 0,-1 1 0,1-1 0,13 8 0,17 10 0,-8-5 0,27 21 0,-25-16 0,-15-10 0,-1 0 0,0 0 0,-1 1 0,0 0 0,0 0 0,8 15 0,-6-7 0,-4-7 0,1 0 0,0 0 0,9 10 0,-10-12 0,0 0 0,-1 0 0,0 0 0,0 0 0,0 1 0,-1 0 0,2 9 0,13 32 0,-1-11 0,-1 0 0,14 62 0,-25-80 0,2 38 0,-2-14 0,-1 7 0,-4 66 0,-1-95 0,0-97 0,-4-1 0,-3 0 0,-21-86 0,23 134 0,-2 0 0,-1 1 0,-1 0 0,-26-48 0,26 61 0,10 13 0,0 0 0,-1 0 0,1 0 0,0 0 0,0 0 0,0 0 0,0 0 0,0 0 0,-1 0 0,1 0 0,0 0 0,0 0 0,0 0 0,0 0 0,0 0 0,-1 0 0,1 0 0,0 0 0,0 0 0,0 0 0,0 0 0,0 0 0,-1 0 0,1 0 0,0 0 0,0 0 0,0 1 0,0-1 0,0 0 0,0 0 0,0 0 0,-1 0 0,1 0 0,0 0 0,0 0 0,0 1 0,0-1 0,0 0 0,0 0 0,0 0 0,0 0 0,0 0 0,0 1 0,0-1 0,0 0 0,-2 29 0,2-20 0,0 27 0,0 24 0,11 101 0,20 13 0,-21-109 0,-5-30 0,20 68 0,-18-80 0,-2 1 0,0 0 0,2 35 0,-3 73 0,-4-132 0,1 1 0,-1 0 0,0-1 0,0 1 0,0 0 0,0-1 0,0 1 0,0 0 0,0-1 0,0 1 0,0 0 0,0-1 0,-1 1 0,1 0 0,0-1 0,0 1 0,-1 0 0,1-1 0,0 1 0,-1-1 0,1 1 0,-1 0 0,-6-13 0,-4-28 0,4 1 0,2 0 0,2 0 0,2-57 0,-1-19 0,1 104 0,-1 0 0,0-1 0,-6-19 0,6 26 0,0 0 0,0-1 0,0 1 0,-1 0 0,0 1 0,1-1 0,-2 0 0,1 1 0,-8-8 0,11 11 0,-1 1 0,0-1 0,1 0 0,-1 1 0,0-1 0,0 1 0,0-1 0,1 1 0,-1-1 0,0 1 0,0 0 0,0-1 0,0 1 0,0 0 0,0 0 0,0-1 0,0 1 0,0 0 0,0 0 0,0 0 0,1 0 0,-1 0 0,0 1 0,0-1 0,0 0 0,0 0 0,0 1 0,0-1 0,0 0 0,0 1 0,0-1 0,1 1 0,-1-1 0,0 1 0,0-1 0,1 1 0,-1 0 0,0-1 0,1 1 0,-1 0 0,0 0 0,1-1 0,-1 1 0,1 0 0,-1 0 0,1 0 0,0 0 0,-1 0 0,1-1 0,0 1 0,-1 1 0,-1 6 0,0 0 0,0 0 0,0-1 0,0 15 0,1-16 0,-3 32 0,2 1 0,2-1 0,7 65 0,-4-89 0,1 0 0,8 19 0,-7-21 0,-1 1 0,0 0 0,2 13 0,0 11 0,3 20 0,2 94 0,-10-130 0,1 0 0,5 21 0,-3-20 0,2 37 0,-5-42 0,1-1 0,5 21 0,2 20 0,20 142-1365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2:41.688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118 63 24575,'-25'-20'0,"20"17"0,0-1 0,1 1 0,-1-1 0,1 0 0,-5-6 0,8 9 0,1 0 0,-1 0 0,0 0 0,1 0 0,-1 0 0,0 0 0,0 0 0,0 0 0,1 1 0,-1-1 0,0 0 0,0 1 0,0-1 0,0 1 0,0-1 0,-1 1 0,1-1 0,0 1 0,0 0 0,0-1 0,0 1 0,-2 0 0,1 0 0,1 1 0,0-1 0,0 1 0,0-1 0,0 1 0,0 0 0,0-1 0,0 1 0,0 0 0,0 0 0,1-1 0,-1 1 0,0 0 0,0 0 0,1 0 0,-1 0 0,0 0 0,0 1 0,-2 5 0,0 0 0,1 0 0,-1 1 0,1-1 0,-1 13 0,-1 27 0,4 78 0,2-47 0,-1-61 0,1 1 0,1 0 0,5 17 0,2 9 0,-1-1 0,3 17 0,1 67 0,-9-89 0,14 65 0,2 9 0,-3-4 0,1 11 0,-16-107-1365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2:46.108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137 18 24575,'-8'14'0,"-2"1"0,9-14 0,1-1 0,-1 0 0,1 0 0,-1 0 0,1 0 0,-1 1 0,1-1 0,-1 0 0,1 0 0,-1 0 0,1 0 0,-1 0 0,1 0 0,-1 0 0,1-1 0,-1 1 0,1 0 0,-1 0 0,1 0 0,0 0 0,-1-1 0,1 1 0,-1 0 0,1 0 0,-1-1 0,1 1 0,0 0 0,-1-1 0,1 1 0,0 0 0,-1-1 0,1 1 0,0 0 0,-1-1 0,1 1 0,0-1 0,-8-10 0,7 9 0,-1-1 0,1 0 0,-1 1 0,0-1 0,0 1 0,0 0 0,0 0 0,0 0 0,-1 0 0,1 0 0,-1 0 0,-3-2 0,5 4 0,1 1 0,-1-1 0,0 0 0,1 1 0,-1-1 0,1 0 0,-1 1 0,1-1 0,-1 1 0,1-1 0,0 1 0,-1-1 0,1 1 0,-1-1 0,1 1 0,0-1 0,0 1 0,-1 0 0,1-1 0,0 1 0,0-1 0,0 1 0,-1 1 0,-3 21 0,2-14 0,-2 6 0,0 0 0,1 0 0,1 0 0,1 1 0,0 16 0,1-27 0,-1 1 0,0-1 0,0 0 0,-1 1 0,1-1 0,-1 0 0,0 0 0,-4 7 0,3-7 0,1 0 0,0 0 0,0 1 0,0-1 0,0 1 0,1-1 0,0 1 0,0 6 0,0 113 0,2 295 0,3-380 0,9 49 0,3 28 0,4 35 0,-12-98 0,-1 106 0,-6-99 0,10 73 0,30 98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2:50.934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2 0 24575,'0'43'0,"-2"-14"0,2 0 0,2 0 0,0 0 0,2 0 0,9 34 0,-7-39 0,5 45 0,-5-25 0,5 46 0,-7-57 0,-1 0 0,-2 1 0,-3 37 0,0-2 0,2-23 0,11 257 0,0-142 0,-8-93 0,-1-24 0,-2-14 0,2 0 0,9 43 0,-4-32 0,-2 1 0,-2 0 0,-5 75 0,1-36 0,6 248 0,2-16 0,-7-162 0,1 13 0,1-129 0,1-1 0,14 57 0,-12-65 0,-1 0 0,1 28 0,0 4 0,0-1 0,-5 91 0,-2-60 0,1-13 0,2 79 0,6-72 0,-7-102-1365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2:58.285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52 0 24575,'1'73'0,"-2"75"0,0-139 0,-1 0 0,-1 0 0,1 0 0,-1 0 0,-5 9 0,-6 23 0,12-32 0,-3 5 0,2 1 0,0 0 0,1 1 0,-1 23 0,3-22 0,0 43 0,16 108 0,7 39 0,-17-81 0,0 61 0,-12 114 0,4 58 0,4-181 0,-3-89 0,2 95 0,6-82 0,-1 65 0,-6 652 0,7-722 0,-2 24-1365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3:10.673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763 284 24575,'-110'-22'0,"86"13"0,1 0 0,0-2 0,-37-22 0,53 28 0,-17-7 0,-1 1 0,-1 0 0,-33-8 0,12 4 0,26 2 0,19 11 0,0 0 0,-1 1 0,1-1 0,0 0 0,0 1 0,-1 0 0,1 0 0,-1 0 0,-3-1 0,0 1 0,1-1 0,0 1 0,-1-1 0,1 0 0,0 0 0,0-1 0,0 1 0,0-1 0,-6-5 0,4 3 0,-1 1 0,1 0 0,-1 0 0,-12-4 0,11 5 0,1 0 0,0 0 0,1-1 0,-13-8 0,16 9 0,0 0 0,0 0 0,-1 0 0,1 1 0,-1 0 0,-8-3 0,12 4 0,-1 1 0,1 0 0,0-1 0,-1 1 0,1 0 0,0 0 0,-1 0 0,1 0 0,0 0 0,-1 0 0,1 1 0,0-1 0,-1 0 0,1 1 0,0-1 0,-1 1 0,1-1 0,0 1 0,0 0 0,0-1 0,-1 1 0,1 0 0,0 0 0,0 0 0,0 0 0,0 0 0,1 0 0,-1 0 0,-1 1 0,-2 4 0,0 0 0,1 0 0,0 1 0,0-1 0,0 0 0,1 1 0,0 0 0,0 0 0,1 0 0,0 0 0,0 0 0,0 0 0,1 12 0,1-12 0,0 0 0,0 1 0,1-1 0,3 12 0,-2-11 0,-1 0 0,0 0 0,1 15 0,-2-7 0,0-10 0,0 0 0,-1 0 0,1 0 0,-1 0 0,-1 0 0,1 1 0,-1-1 0,0 0 0,-1-1 0,1 1 0,-1 0 0,0 0 0,-1-1 0,1 1 0,-1-1 0,-5 8 0,6-9 0,-1 0 0,1 0 0,0 0 0,1 0 0,-1 0 0,1 1 0,0-1 0,0 1 0,0 7 0,0 44 0,1-36 0,0 24 0,-1-1 0,9 83 0,0-98 0,-7-28 0,-1 0 0,0 1 0,0-1 0,0 0 0,1 1 0,-1-1 0,0 0 0,0 0 0,1 1 0,-1-1 0,0 0 0,0 0 0,1 0 0,-1 1 0,0-1 0,1 0 0,-1 0 0,0 0 0,1 0 0,-1 0 0,0 1 0,1-1 0,-1 0 0,0 0 0,1 0 0,0 0 0,-1-1 0,1 1 0,0-1 0,0 1 0,0 0 0,0-1 0,-1 0 0,1 1 0,0-1 0,-1 1 0,1-1 0,0 0 0,-1 0 0,1 1 0,-1-1 0,1-1 0,7-14-1365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3:13.894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200 1 24575,'0'14'0,"0"-1"0,-1 1 0,-1-1 0,0 1 0,-1-1 0,-4 14 0,5-22 0,0 0 0,0-1 0,-1 1 0,1 0 0,-1-1 0,0 0 0,0 0 0,0 0 0,-1 0 0,0 0 0,1 0 0,-1-1 0,-1 0 0,1 0 0,0 0 0,-1 0 0,1-1 0,-8 3 0,9-4 0,0 1 0,0-1 0,1 1 0,-1 0 0,1-1 0,-1 1 0,1 1 0,-1-1 0,1 0 0,0 0 0,0 1 0,0-1 0,1 1 0,-1 0 0,1-1 0,-1 1 0,1 0 0,0 0 0,0 0 0,0 0 0,0 0 0,0 0 0,1 0 0,0 0 0,-1 5 0,1-10 0,0 1 0,0-1 0,0 1 0,-1 0 0,1-1 0,-1 1 0,1-1 0,-1 1 0,1 0 0,-1-1 0,0 1 0,0 0 0,1 0 0,-1-1 0,0 1 0,0 0 0,0 0 0,0 0 0,-1 0 0,1 0 0,0 1 0,0-1 0,-1 0 0,1 0 0,0 1 0,-1-1 0,1 1 0,0-1 0,-1 1 0,1 0 0,-1-1 0,1 1 0,-1 0 0,1 0 0,-1 0 0,1 0 0,-1 0 0,1 1 0,-1-1 0,1 0 0,-1 1 0,1-1 0,0 1 0,-1-1 0,1 1 0,0-1 0,-1 1 0,1 0 0,0 0 0,0 0 0,0 0 0,0 0 0,0 0 0,0 0 0,0 0 0,0 0 0,0 1 0,0-1 0,0 0 0,1 0 0,-1 1 0,1-1 0,-1 1 0,1-1 0,-1 0 0,1 3 0,0-10 342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3:17.590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94 89 24575,'2'-25'0,"-1"20"0,0 0 0,-1 1 0,1-1 0,-1 0 0,0 0 0,-1 1 0,0-7 0,0 10 0,1 0 0,-1 0 0,1 0 0,-1 0 0,0-1 0,1 1 0,-1 0 0,0 0 0,0 0 0,0 0 0,0 0 0,0 1 0,0-1 0,0 0 0,0 0 0,0 1 0,-1-1 0,1 1 0,0-1 0,0 1 0,0-1 0,-1 1 0,1 0 0,0-1 0,-1 1 0,1 0 0,0 0 0,-1 0 0,1 0 0,-3 1 0,1-2 0,-1 1 0,0 0 0,0 1 0,1-1 0,-1 1 0,0-1 0,1 1 0,-1 0 0,1 0 0,-7 4 0,9-4 0,-1 0 0,1 0 0,0 1 0,-1-1 0,1 1 0,0-1 0,0 1 0,0 0 0,0-1 0,1 1 0,-1 0 0,0 0 0,1-1 0,-1 1 0,1 0 0,0 0 0,-1 0 0,1 0 0,0 0 0,0 0 0,0-1 0,1 4 0,0 8 0,1 0 0,1-1 0,0 0 0,5 14 0,3 8 0,-8-21 0,0 1 0,-1 0 0,0-1 0,0 24 0,8 24 0,-10-41 0,5 31 0,-1-22 0,-1 13 134,-3-31-270,1 1-1,0 0 1,0 0 0,1-1 0,1 1-1,0-1 1,1 1 0,0-1-1,0 0 1,10 16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3:21.227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183 1 24575,'-5'0'0,"-3"0"0,-1 0 0,1 0 0,-1 1 0,-15 3 0,21-3 0,0 1 0,-1-1 0,1 1 0,0-1 0,0 1 0,1 0 0,-1 0 0,0 1 0,0-1 0,1 1 0,0-1 0,-1 1 0,1 0 0,-3 5 0,-6 12 0,9-15 0,0-1 0,-1 1 0,0 0 0,1-1 0,-2 0 0,1 1 0,-7 6 0,10-11 0,-1 0 0,1 0 0,0 0 0,-1 1 0,1-1 0,0 0 0,-1 0 0,1 0 0,0 0 0,-1 0 0,1 0 0,-1 1 0,1-1 0,0 0 0,-1 0 0,1 0 0,-1 0 0,1 0 0,0-1 0,-1 1 0,1 0 0,0 0 0,-1 0 0,1 0 0,-1 0 0,1 0 0,0-1 0,-1 1 0,1 0 0,-1-1 0,-7-12 0,-1-22 0,8 31 0,1-2 0,1 6 0,6 10 0,6 22 0,-12-21 0,0 0 0,-1 0 0,-1 0 0,0 0 0,0 0 0,-1 0 0,0 0 0,-1-1 0,-1 1 0,-7 17 0,11-27-28,-1-1-1,1 0 1,0 1-1,-1-1 1,1 0 0,0 1-1,0-1 1,0 1-1,-1-1 1,1 0-1,0 1 1,0-1-1,0 1 1,0-1 0,0 0-1,0 1 1,0-1-1,0 1 1,0-1-1,0 1 1,0-1-1,0 0 1,0 1 0,0-1-1,0 1 1,1-1-1,-1 0 1,0 1-1,0-1 1,0 1-1,1-1 1,-1 0 0,0 1-1,0-1 1,1 0-1,-1 1 1,0-1-1,1 0 1,-1 0-1,0 1 1,1-1 0,-1 0-1,0 0 1,1 0-1,-1 1 1,1-1-1,-1 0 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3:24.247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84 1 24575,'-4'12'0,"0"1"0,1 0 0,1 0 0,0 0 0,-1 18 0,3-25 0,-1 8 0,0-8 0,1 1 0,-1 0 0,0-1 0,0 0 0,-1 1 0,1-1 0,-1 0 0,-6 11 0,-1 2 0,0 1 0,1 0 0,1 0 0,-5 24 0,11-31 0,0 1 0,1 0 0,0-1 0,1 1 0,1-1 0,0 1 0,1-1 0,4 14 0,-1-5 0,3 38 0,-6 73 0,-1-8 0,4-51 0,3 65 0,-9-120 137,0 23 13,-1-29-628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3:27.139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112 11 24575,'0'-1'0,"0"1"0,-1-1 0,1 0 0,-1 1 0,1-1 0,0 0 0,-1 1 0,1-1 0,-1 1 0,0-1 0,1 1 0,-1-1 0,1 1 0,-1 0 0,0-1 0,1 1 0,-1 0 0,0-1 0,1 1 0,-1 0 0,0 0 0,0-1 0,1 1 0,-1 0 0,0 0 0,0 0 0,1 0 0,-1 0 0,0 0 0,1 0 0,-1 1 0,-1-1 0,-1 0 0,0 0 0,0 1 0,1-1 0,-1 0 0,0 1 0,0 0 0,-5 2 0,6-2 0,1 1 0,-1 0 0,0-1 0,0 1 0,0 0 0,1 0 0,-1 0 0,1 0 0,0 0 0,0 0 0,0 1 0,0-1 0,0 0 0,0 1 0,-1 2 0,-3 43 0,5-41 0,0 0 0,-1 0 0,0-1 0,0 1 0,-1 0 0,-3 9 0,-12 18 0,10-22 0,7-18 0,1 0 42,0 1 0,0-1 0,-1 0 0,0 0 0,0 0 0,-1-10 0,0 13-112,1 0 1,-1 0 0,1-1 0,0 1 0,0 0 0,0 0 0,0 0 0,0-1 0,1 1-1,-1 0 1,1 0 0,0 0 0,0 0 0,0 0 0,1 0 0,-1 0 0,1 0 0,-1 0 0,1 1-1,0-1 1,0 1 0,0-1 0,3-1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3:35.716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7 1 24566,'0'1746'0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3:57.002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775 1 24575,'-5'13'0,"-1"-1"0,-1 1 0,0-1 0,-1 0 0,-10 13 0,-14 20 0,-57 110 0,78-134 0,-13 33 0,17-36 0,-1-1 0,0 0 0,-16 23 0,8-17 0,6-7 0,-1-1 0,-1 0 0,-1 0 0,0-1 0,-19 16 0,-6 4 0,32-28 0,-1 1 0,1-1 0,-1 0 0,-1-1 0,1 0 0,-1 0 0,-14 7 0,-19 9 0,32-16 0,1-1 0,-1 1 0,0-1 0,-10 3 0,-20 6 0,30-9 0,0-1 0,0 0 0,-1 0 0,1-1 0,-1 0 0,-13 0 0,22-2 0,0 0 0,1 0 0,-1 0 0,0 0 0,0 0 0,1 0 0,-1 0 0,0-1 0,1 1 0,-1 0 0,0 0 0,1-1 0,-1 1 0,0 0 0,1-1 0,-1 1 0,1-1 0,-1 1 0,1-1 0,-1 1 0,1-1 0,-1 1 0,1-1 0,-1 0 0,1 1 0,0-1 0,-1 0 0,1 1 0,0-1 0,-1 0 0,1 1 0,0-1 0,0 0 0,0 1 0,0-1 0,0 0 0,0 0 0,0 1 0,0-2 0,8-35 0,-2 14 0,-7 15 0,0-1 0,0 0 0,0 0 0,-1 1 0,-1 0 0,0-1 0,0 1 0,0 0 0,-1 0 0,0 0 0,-1 1 0,1-1 0,-1 1 0,-7-6 0,10 11 14,1 1 0,-1 1 0,0-1 1,0 0-1,0 0 0,-1 1 0,1-1 0,0 1 0,0 0 0,0-1 0,0 1 0,0 0 0,-1 0 0,1 0 0,-3 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4:16.1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394 487 24575,'-14'1'0,"1"0"0,-1 0 0,1 1 0,0 1 0,-1 0 0,1 1 0,1 1 0,-23 10 0,30-13 0,1 0 0,-1 1 0,1-1 0,0 1 0,0 0 0,0 1 0,0-1 0,1 0 0,-1 1 0,1 0 0,0 0 0,0 0 0,0 0 0,-2 6 0,4-9 0,0 1 0,0 0 0,0 0 0,0-1 0,-1 1 0,1-1 0,0 1 0,-1-1 0,1 1 0,-1-1 0,1 0 0,-1 0 0,0 0 0,1 0 0,-1 0 0,0 0 0,-3 1 0,-1-1 0,0 1 0,0-2 0,0 1 0,-8 0 0,9-1 0,1 0 0,-1 0 0,0 1 0,1-1 0,-1 1 0,1 1 0,-9 2 0,13-4 0,0 0 0,-1 0 0,1 0 0,0 0 0,-1 0 0,1 0 0,0 1 0,0-1 0,-1 0 0,1 0 0,0 0 0,0 0 0,0 1 0,-1-1 0,1 0 0,0 0 0,0 0 0,0 1 0,0-1 0,-1 0 0,1 0 0,0 1 0,0-1 0,0 0 0,0 0 0,0 1 0,0-1 0,0 0 0,0 0 0,0 1 0,0-1 0,0 0 0,0 1 0,8 4 0,24 1 0,-25-5 0,26 12 0,-32-13 0,0 0 0,0 1 0,0 0 0,0-1 0,0 1 0,0 0 0,0 0 0,0-1 0,0 1 0,-1 0 0,1 0 0,0 0 0,0 0 0,-1 0 0,1 0 0,-1 0 0,1 0 0,-1 0 0,1 0 0,-1 1 0,1-1 0,-1 0 0,0 0 0,0 0 0,0 3 0,0-4 0,0 1 0,0-1 0,0 0 0,-1 1 0,1-1 0,0 0 0,0 0 0,-1 1 0,1-1 0,0 0 0,0 0 0,-1 0 0,1 1 0,0-1 0,-1 0 0,1 0 0,0 0 0,-1 0 0,1 0 0,0 1 0,-1-1 0,1 0 0,0 0 0,-1 0 0,1 0 0,-1 0 0,1 0 0,0 0 0,-1 0 0,1-1 0,0 1 0,-1 0 0,1 0 0,0 0 0,-1 0 0,1 0 0,0 0 0,-1-1 0,1 1 0,0 0 0,0 0 0,-1-1 0,1 1 0,-1-1 0,-19-12 0,15 10 0,-2 0 0,1 0 0,-1 1 0,0 0 0,0 0 0,0 1 0,0 0 0,0 0 0,-11 1 0,1-1 0,16 1 0,1 0 0,-1 0 0,1 0 0,-1 0 0,1 0 0,-1 0 0,1 0 0,-1-1 0,1 1 0,-1 0 0,1 0 0,-1 0 0,1-1 0,-1 1 0,1 0 0,0 0 0,-1-1 0,1 1 0,-1-1 0,1 1 0,0 0 0,-1-1 0,1 1 0,0 0 0,0-1 0,-1 1 0,1-1 0,0 1 0,0-1 0,0 1 0,-1-1 0,4-19 0,18-18 0,-21 37 0,2-2 0,-1 1 0,1-1 0,-1 0 0,1 0 0,-1 0 0,0 0 0,0 0 0,-1 0 0,1 0 0,-1 0 0,1-1 0,-1 1 0,0 0 0,-1-6 0,-10 48 0,10-35 0,0-1 0,1-1 0,-1 1 0,1 0 0,-1-1 0,0 0 0,0 1 0,0-1 0,0 0 0,-1 1 0,1-1 0,-1 0 0,1 0 0,-1 0 0,0 0 0,-2 2 0,4-5 0,-1 1 0,1 0 0,-1 0 0,1-1 0,0 1 0,-1 0 0,1-1 0,0 1 0,-1 0 0,1-1 0,0 1 0,-1-1 0,1 1 0,0 0 0,0-1 0,-1 1 0,1-1 0,0 1 0,0-1 0,0 1 0,0-1 0,-1 1 0,1-1 0,0 1 0,0-1 0,0 1 0,0-1 0,0 1 0,0-1 0,1 1 0,-1-1 0,-1-20 0,1 19 0,1-46 0,-1 57 0,-1-1 0,0 0 0,-1 0 0,0 1 0,-4 12 0,3-66 0,6 2 0,-1 25 0,-2 18 0,0 0 0,0 0 0,0 0 0,0 0 0,0 0 0,0 0 0,1 0 0,-1 0 0,-1 16 0,1-10 0,-1 1 0,1 0 0,1 0 0,1 11 0,2-70 0,-5-107 0,3 200 0,0-26 0,-2-1 0,0 1 0,0 0 0,-1-1 0,-4 19 0,-6-11 0,9-18 0,1-1 0,-1 0 0,1 0 0,-1 1 0,1-1 0,-1 6 0,4-34 0,-2-37 0,2-21 0,0 69 0,1-1 0,8-23 0,-1 1 0,-7 87 0,-17 85 0,10-208 0,-6-50 0,18-31 0,-6 125 0,-2 21 0,0 0 0,1 0 0,0 0 0,3-11 0,-2 14-1365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4:23.3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125 291 24575,'0'1'0,"0"2"0,0-1 0,0 1 0,0-1 0,0 0 0,0 1 0,1-1 0,-1 1 0,2 2 0,6-1 0,7-10 0,-15 6 0,0 0 0,1 1 0,-1-1 0,0 0 0,0 1 0,1-1 0,-1 0 0,0 1 0,0-1 0,0 0 0,0 1 0,0-1 0,1 1 0,-1-1 0,0 0 0,0 1 0,0-1 0,0 1 0,0-1 0,0 1 0,0-1 0,0 0 0,0 1 0,-1-1 0,1 1 0,0-1 0,1 13 0,0-14 0,0 1 0,0-1 0,-1 1 0,1-1 0,-1 1 0,1-1 0,0 1 0,-1-1 0,1 0 0,-1 1 0,1-1 0,-1 0 0,0 1 0,1-1 0,-1 0 0,0 0 0,1 1 0,-1-1 0,0 0 0,0-1 0,1 0 0,0 0 0,0-1 0,-1 1 0,1 0 0,-1 0 0,1 0 0,-1-1 0,0-3 0,0 5 0,0 1 0,0 0 0,0-1 0,0 1 0,-1-1 0,1 1 0,0 0 0,0-1 0,0 1 0,0-1 0,-1 1 0,1 0 0,0-1 0,0 1 0,-1 0 0,1-1 0,0 1 0,-1 0 0,1 0 0,0-1 0,-1 1 0,1 0 0,0 0 0,-1 0 0,1-1 0,-1 1 0,1 0 0,0 0 0,-1 0 0,1 0 0,-1 0 0,1 0 0,-1 0 0,1 0 0,0 0 0,-1 0 0,1 0 0,-1 0 0,1 0 0,-1 0 0,1 0 0,0 0 0,-1 1 0,1-1 0,0 0 0,-1 0 0,1 0 0,-1 1 0,1-1 0,0 0 0,-1 0 0,1 1 0,-19 10 0,-15 6 0,34-17 0,0 0 0,0 1 0,0-1 0,-1 0 0,1 0 0,0 0 0,0 0 0,-1 0 0,1 0 0,0 0 0,0 0 0,-1 0 0,1 0 0,0 0 0,0 0 0,-1 0 0,1 0 0,0 0 0,0 0 0,-1 0 0,1 0 0,0 0 0,0 0 0,-1 0 0,1 0 0,0-1 0,0 1 0,0 0 0,-1 0 0,1 0 0,0 0 0,0-1 0,0 1 0,-1 0 0,1 0 0,0 0 0,0-1 0,0 1 0,0 0 0,0 0 0,-1-1 0,4-13 0,11-12 0,-4 4 0,-10 22 0,0 0 0,0 0 0,0 0 0,0 0 0,1-1 0,-1 1 0,0 0 0,0 0 0,0 0 0,0-1 0,-1 1 0,1 0 0,0 0 0,0 0 0,0 0 0,0-1 0,0 1 0,0 0 0,0 0 0,0 0 0,0 0 0,0-1 0,0 1 0,0 0 0,-1 0 0,1 0 0,0 0 0,0 0 0,0 0 0,0 0 0,0-1 0,-1 1 0,1 0 0,0 0 0,0 0 0,0 0 0,-1 0 0,-12 4 0,9 0 0,0-1 0,0 0 0,0 1 0,1 0 0,0 0 0,-1 0 0,1 0 0,-4 9 0,-15 19 0,2-15 0,20-16 0,-1 0 0,0 0 0,1-1 0,-1 1 0,0 0 0,0-1 0,0 1 0,1-1 0,-1 1 0,0-1 0,0 0 0,0 1 0,0-1 0,0 0 0,0 1 0,0-1 0,0 0 0,0 0 0,0 0 0,0 0 0,0 0 0,-1 0 0,2-1 0,-1 0 0,1 1 0,0-1 0,0 0 0,-1 1 0,1-1 0,0 0 0,0 1 0,0-1 0,0 0 0,0 0 0,0 1 0,0-1 0,0 0 0,0 1 0,1-1 0,-1 0 0,0 0 0,0 1 0,1-1 0,-1 1 0,0-1 0,1 0 0,-1 1 0,1-1 0,-1 1 0,0-1 0,2 0 0,13-17 0,-5 9 0,-8 7 0,1 0 0,0 0 0,0 0 0,-1 0 0,0-1 0,1 1 0,-1-1 0,0 0 0,0 0 0,0 1 0,0-1 0,-1 0 0,1 0 0,-1-1 0,0 1 0,0 0 0,0 0 0,0-1 0,0-5 0,-1 4 0,1-1 0,0 0 0,0 1 0,1 0 0,0-1 0,0 1 0,0 0 0,0 0 0,1 0 0,0 0 0,0 0 0,5-6 0,8-13 0,-4 6 0,-10 16 0,0 0 0,-1 0 0,1 0 0,-1 0 0,1 0 0,-1 0 0,1 0 0,-1-1 0,0 1 0,0-1 0,0 1 0,-1-1 0,1 1 0,0-1 0,-1 1 0,0-1 0,0 1 0,1-1 0,-1 1 0,-1-1 0,1 0 0,-1-2 0,1 4 0,0 1 0,0 0 0,0 0 0,0 0 0,0 0 0,0 0 0,0 0 0,0 0 0,0-1 0,0 1 0,0 0 0,0 0 0,0 0 0,0 0 0,0 0 0,0 0 0,-1 0 0,1 0 0,0 0 0,0-1 0,0 1 0,0 0 0,0 0 0,0 0 0,0 0 0,0 0 0,0 0 0,-1 0 0,1 0 0,0 0 0,0 0 0,0 0 0,0 0 0,0 0 0,0 0 0,0 0 0,0 0 0,-1 0 0,1 0 0,0 0 0,0 0 0,0 0 0,0 0 0,0 0 0,0 0 0,0 0 0,-1 0 0,1 0 0,0 0 0,0 0 0,0 0 0,0 1 0,-5 6 0,-1 10 0,-12 68 0,14-101 0,3-13 0,-1-9 0,1 26 0,1-1 0,0 1 0,0 0 0,4-18 0,-3 29 0,-1 0 0,1-1 0,0 1 0,0 0 0,0 0 0,0 0 0,0 0 0,0 0 0,0 0 0,1 0 0,-1 0 0,0 1 0,0-1 0,1 0 0,-1 1 0,0-1 0,1 1 0,-1-1 0,1 1 0,-1 0 0,1-1 0,1 1 0,-1 0 0,1-1 0,-1 1 0,0 0 0,1 0 0,-1 0 0,0 0 0,1 0 0,-1 1 0,0-1 0,0 1 0,1-1 0,-1 1 0,0 0 0,2 1 0,-3-2 0,0 1 0,-1 0 0,1 0 0,0 0 0,-1 0 0,1 0 0,-1 0 0,1 1 0,-1-1 0,0 0 0,1 0 0,-1 0 0,0 0 0,0 0 0,0 1 0,0-1 0,0 0 0,0 0 0,0 0 0,0 0 0,-1 2 0,-7 29 0,5-22 0,-3 10 0,-4 21 0,-23 55 0,30-92 0,2 1 0,-1-1 0,0 1 0,1-1 0,0 1 0,0-1 0,0 1 0,0 0 0,1-1 0,0 7 0,16-32 0,-15 20 0,4-9 0,0 1 0,1 0 0,0 0 0,1 0 0,-1 1 0,2 0 0,-1 0 0,1 0 0,10-6 0,-18 14 0,0 0 0,0 0 0,1 0 0,-1-1 0,1 1 0,-1 0 0,0 0 0,1 0 0,-1 0 0,0 0 0,1 0 0,-1 0 0,1 0 0,-1 0 0,0 0 0,1 0 0,-1 0 0,0 0 0,1 0 0,-1 0 0,1 0 0,-1 0 0,0 0 0,1 0 0,-1 1 0,0-1 0,1 0 0,-1 0 0,0 0 0,1 1 0,-1-1 0,6 15 0,-3 21 0,-3-32 0,-1 54 0,0-60 0,-7-12 0,8 14 0,0 0 0,0 0 0,-1 0 0,1-1 0,0 1 0,0 0 0,-1 0 0,1 0 0,0 0 0,0-1 0,-1 1 0,1 0 0,0 0 0,-1 0 0,1 0 0,0 0 0,-1 0 0,1 0 0,0 0 0,-1 0 0,1 0 0,0 0 0,0 0 0,-1 0 0,1 0 0,0 0 0,-1 0 0,1 1 0,0-1 0,-1 0 0,1 0 0,0 0 0,0 0 0,-1 0 0,1 1 0,0-1 0,0 0 0,0 0 0,-1 1 0,1-1 0,0 0 0,0 0 0,0 1 0,-1-1 0,1 0 0,0 0 0,0 1 0,0-1 0,0 0 0,0 1 0,-13 27 0,11-22 0,0 0 0,-1 0 0,1-1 0,-1 0 0,-5 8 0,8-13 0,-1 0 0,1 0 0,0 0 0,0 1 0,0-1 0,0 0 0,0 0 0,0 0 0,-1 0 0,1 0 0,0 1 0,0-1 0,0 0 0,0 0 0,-1 0 0,1 0 0,0 0 0,0 0 0,0 0 0,-1 0 0,1 0 0,0 1 0,0-1 0,0 0 0,-1 0 0,1 0 0,0 0 0,0 0 0,-1 0 0,1-1 0,0 1 0,0 0 0,0 0 0,-1 0 0,1 0 0,0 0 0,0 0 0,0 0 0,-1 0 0,1 0 0,0 0 0,0-1 0,0 1 0,-6-12 0,2-14 0,3-41 0,1 74 0,-1-3 0,1-1 0,-1 0 0,1 1 0,0-1 0,1 1 0,-1-1 0,1 0 0,-1 1 0,1-1 0,0 0 0,2 5 0,2 1-1365,-1 2-5461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4T04:14:51.8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199 24 24575,'-15'14'0,"-28"19"0,33-26 0,1-1 0,0 1 0,0 1 0,1-1 0,0 1 0,0 1 0,1 0 0,0 0 0,-10 17 0,6-7 0,-17 26 0,23-39 0,1 5 0,10-12 0,14-14 0,6-9 0,0 2 0,37-25 0,-59 45 0,10-9 0,-1-1 0,12-13 0,12-10 0,-43 41 0,-2 1 0,0 1 0,-16 10 0,-84 49 0,97-60 0,17-13 0,19-13 0,-2 3 0,-14 9 0,1 1 0,-1 0 0,1 0 0,0 1 0,17-6 0,-27 11 0,1 0 0,-1 0 0,0 0 0,0 0 0,0 0 0,0 0 0,0 0 0,0 0 0,1 0 0,-1 0 0,0 0 0,0 0 0,0 0 0,0 0 0,0 0 0,0 0 0,1 0 0,-1 0 0,0 0 0,0 0 0,0 0 0,0 0 0,0 0 0,0 0 0,1 0 0,-1 0 0,0 0 0,0 0 0,0 0 0,0 0 0,0 0 0,0 0 0,0 1 0,0-1 0,1 0 0,-1 0 0,0 0 0,0 0 0,0 0 0,0 0 0,0 0 0,0 1 0,0-1 0,0 0 0,0 0 0,0 0 0,0 0 0,0 0 0,0 0 0,0 1 0,-3 9 0,-10 9 0,-38 42 0,35-45 0,2 0 0,0 2 0,2-1 0,-18 32 0,29-47 0,0 0 0,0 1 0,0-1 0,0 0 0,1 0 0,-1 1 0,1-1 0,-1 0 0,1 1 0,0-1 0,0 4 0,0-6 0,0 0 0,0 1 0,0-1 0,0 0 0,0 0 0,0 1 0,1-1 0,-1 0 0,0 0 0,0 0 0,0 1 0,0-1 0,0 0 0,1 0 0,-1 0 0,0 1 0,0-1 0,0 0 0,1 0 0,-1 0 0,0 0 0,0 0 0,0 0 0,1 0 0,-1 1 0,0-1 0,0 0 0,1 0 0,-1 0 0,0 0 0,0 0 0,1 0 0,-1 0 0,1 0 0,14-9 0,17-18 0,110-102 0,-137 123 0,-1 0 0,0-1 0,0 1 0,0-1 0,-1 0 0,0 0 0,0 0 0,-1-1 0,1 1 0,0-11 0,-1 9 0,0 1 0,0-1 0,1 1 0,0 0 0,1 0 0,7-13 0,-4 14 0,-4 9 0,-3 0 0,0-1 0,-1 1 0,1-1 0,0 1 0,0-1 0,-1 1 0,1-1 0,-1 1 0,0-1 0,-1 3 0,-17 25 0,-34 40 0,32-45 0,2 2 0,-24 39 0,18-21 0,-23 46 0,43-82 0,9-25 0,9-26 0,1 14 0,1 1 0,1 0 0,2 2 0,1 0 0,0 1 0,39-38 0,-51 55 0,19-16 0,-25 23 0,-1 0 0,1 0 0,0 0 0,0 1 0,0-1 0,0 0 0,0 1 0,1-1 0,-1 1 0,0-1 0,0 1 0,0-1 0,0 1 0,1 0 0,-1 0 0,0 0 0,0 0 0,0 0 0,1 0 0,-1 0 0,2 0 0,-2 1 0,0 0 0,0 0 0,0 0 0,0 0 0,0 0 0,0 0 0,0 1 0,0-1 0,-1 0 0,1 0 0,-1 1 0,1-1 0,-1 0 0,1 1 0,-1-1 0,0 0 0,1 1 0,-1-1 0,0 1 0,0-1 0,0 1 0,0-1 0,0 0 0,-1 2 0,1 3 0,-1 0 0,0-1 0,0 1 0,-4 9 0,2-7 0,0-1 0,-1 0 0,0 0 0,0 0 0,-1 0 0,0-1 0,0 0 0,0 0 0,-1 0 0,-8 6 0,2-1 0,1 0 0,-14 18 0,16-18 0,0-1 0,0 0 0,-21 16 0,25-23 0,1 0 0,0 1 0,-1-1 0,1 1 0,0 0 0,1 0 0,-1 1 0,1-1 0,0 1 0,0-1 0,0 1 0,0 0 0,1 0 0,0 0 0,0 1 0,0-1 0,1 0 0,0 1 0,0-1 0,0 1 0,1-1 0,0 1 0,0 7 0,1 35 0,-1-46 0,0-6 0,0-15 0,-1-9 0,1 11 0,-1 0 0,2 1 0,1-1 0,0 0 0,4-17 0,7 7 0,-13 27 0,0 0 0,0-1 0,0 1 0,1 0 0,-1 0 0,0 0 0,0-1 0,0 1 0,1 0 0,-1 0 0,0 0 0,0 0 0,0 0 0,1-1 0,-1 1 0,0 0 0,0 0 0,1 0 0,-1 0 0,0 0 0,0 0 0,1 0 0,-1 0 0,0 0 0,0 0 0,1 0 0,-1 0 0,0 0 0,0 0 0,1 0 0,-1 0 0,0 0 0,1 0 0,5 16 0,-3 7 0,-1 0 0,-1 0 0,-4 31 0,2 2 0,-7 99 0,8-440 0,0 281 0,1 1 0,-1-1 0,0 1 0,1-1 0,0 1 0,0-1 0,0 1 0,0 0 0,4-6 0,-4 14 0,0-1 0,0 1 0,0 0 0,-1-1 0,1 9 0,0 57 0,-3 92 0,-2-130 0,-16 61 0,-12-17 0,22-23 0,6-22 0,0-9 0,-6 43 0,6-36 0,2-22 0,1-20 0,0-17 0,1-1 0,2 1 0,2-1 0,13-57 0,-13 63 0,-4 21 0,0 0 0,1 0 0,0 0 0,0 0 0,0 0 0,0 0 0,0 0 0,1 0 0,3-5 0,-5 9 0,0 0 0,0 0 0,0-1 0,0 1 0,0 0 0,0 0 0,0 0 0,0 0 0,1 0 0,-1 0 0,0 0 0,0 0 0,0 0 0,0 0 0,0-1 0,0 1 0,0 0 0,1 0 0,-1 0 0,0 0 0,0 0 0,0 0 0,0 0 0,0 0 0,0 0 0,1 0 0,-1 0 0,0 0 0,0 0 0,0 0 0,0 0 0,0 0 0,0 0 0,1 0 0,-1 1 0,0-1 0,0 0 0,0 0 0,0 0 0,0 0 0,0 0 0,0 0 0,1 0 0,-1 0 0,0 0 0,0 0 0,0 1 0,0-1 0,0 0 0,0 0 0,4 10 0,0 11 0,-2 175 0,-3-152 0,9-167 0,-1-4 0,-7 127 0,0-1 0,0 0 0,0 0 0,0 0 0,0 0 0,0 0 0,0 0 0,1 0 0,-1 0 0,0 1 0,0-1 0,1 0 0,-1 0 0,0 0 0,1 0 0,-1 1 0,1-1 0,-1 0 0,1 0 0,0 1 0,-1-1 0,1 0 0,0 1 0,-1-1 0,1 1 0,0-1 0,0 1 0,1-1 0,-1 1 0,-1 0 0,1 0 0,0 0 0,0 0 0,-1 0 0,1 1 0,0-1 0,-1 0 0,1 1 0,0-1 0,-1 0 0,1 1 0,0-1 0,-1 1 0,1-1 0,-1 1 0,1-1 0,-1 1 0,1 0 0,-1-1 0,1 1 0,-1-1 0,0 1 0,1 0 0,-1 0 0,0-1 0,1 1 0,-1 0 0,0-1 0,0 1 0,0 0 0,0 0 0,0-1 0,0 2 0,4 26 0,-2 0 0,-1 0 0,-4 35 0,1 4 0,2-37 0,-2 0 0,-7 42 0,-2-19 0,-11 62 0,-14 147 0,35-247 0,-13 85 0,13-97-114,1 0 1,-1-1-1,0 1 0,0-1 0,0 1 1,0-1-1,-1 1 0,1-1 0,-1 1 1,0-1-1,-2 3 0,-4 3-6712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770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232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4642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3177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9442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29832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7254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2330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742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638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43804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A6FB5-C194-42D3-92B5-DD8CD2C9F36A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6497-3FAC-41DE-9EF3-6D4F2E11D2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8478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A6FB5-C194-42D3-92B5-DD8CD2C9F36A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6497-3FAC-41DE-9EF3-6D4F2E11D2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153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A6FB5-C194-42D3-92B5-DD8CD2C9F36A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6497-3FAC-41DE-9EF3-6D4F2E11D2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79836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A6FB5-C194-42D3-92B5-DD8CD2C9F36A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6497-3FAC-41DE-9EF3-6D4F2E11D2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8541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A6FB5-C194-42D3-92B5-DD8CD2C9F36A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6497-3FAC-41DE-9EF3-6D4F2E11D2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98598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A6FB5-C194-42D3-92B5-DD8CD2C9F36A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6497-3FAC-41DE-9EF3-6D4F2E11D2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28280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A6FB5-C194-42D3-92B5-DD8CD2C9F36A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6497-3FAC-41DE-9EF3-6D4F2E11D2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06167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A6FB5-C194-42D3-92B5-DD8CD2C9F36A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6497-3FAC-41DE-9EF3-6D4F2E11D2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12720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A6FB5-C194-42D3-92B5-DD8CD2C9F36A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6497-3FAC-41DE-9EF3-6D4F2E11D2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20905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A6FB5-C194-42D3-92B5-DD8CD2C9F36A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6497-3FAC-41DE-9EF3-6D4F2E11D2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09673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A6FB5-C194-42D3-92B5-DD8CD2C9F36A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6497-3FAC-41DE-9EF3-6D4F2E11D2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6938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89365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8A6FB5-C194-42D3-92B5-DD8CD2C9F36A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266497-3FAC-41DE-9EF3-6D4F2E11D2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393445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3.png"/><Relationship Id="rId21" Type="http://schemas.openxmlformats.org/officeDocument/2006/relationships/customXml" Target="../ink/ink10.xml"/><Relationship Id="rId42" Type="http://schemas.openxmlformats.org/officeDocument/2006/relationships/image" Target="../media/image21.png"/><Relationship Id="rId47" Type="http://schemas.openxmlformats.org/officeDocument/2006/relationships/customXml" Target="../ink/ink23.xml"/><Relationship Id="rId63" Type="http://schemas.openxmlformats.org/officeDocument/2006/relationships/customXml" Target="../ink/ink31.xml"/><Relationship Id="rId68" Type="http://schemas.openxmlformats.org/officeDocument/2006/relationships/image" Target="../media/image34.png"/><Relationship Id="rId84" Type="http://schemas.openxmlformats.org/officeDocument/2006/relationships/image" Target="../media/image42.png"/><Relationship Id="rId89" Type="http://schemas.openxmlformats.org/officeDocument/2006/relationships/customXml" Target="../ink/ink44.xml"/><Relationship Id="rId112" Type="http://schemas.openxmlformats.org/officeDocument/2006/relationships/image" Target="../media/image56.png"/><Relationship Id="rId2" Type="http://schemas.openxmlformats.org/officeDocument/2006/relationships/image" Target="../media/image1.jpg"/><Relationship Id="rId16" Type="http://schemas.openxmlformats.org/officeDocument/2006/relationships/image" Target="../media/image8.png"/><Relationship Id="rId29" Type="http://schemas.openxmlformats.org/officeDocument/2006/relationships/customXml" Target="../ink/ink14.xml"/><Relationship Id="rId107" Type="http://schemas.openxmlformats.org/officeDocument/2006/relationships/customXml" Target="../ink/ink53.xml"/><Relationship Id="rId11" Type="http://schemas.openxmlformats.org/officeDocument/2006/relationships/customXml" Target="../ink/ink5.xml"/><Relationship Id="rId24" Type="http://schemas.openxmlformats.org/officeDocument/2006/relationships/image" Target="../media/image12.png"/><Relationship Id="rId32" Type="http://schemas.openxmlformats.org/officeDocument/2006/relationships/image" Target="../media/image16.png"/><Relationship Id="rId37" Type="http://schemas.openxmlformats.org/officeDocument/2006/relationships/customXml" Target="../ink/ink18.xml"/><Relationship Id="rId40" Type="http://schemas.openxmlformats.org/officeDocument/2006/relationships/image" Target="../media/image20.png"/><Relationship Id="rId45" Type="http://schemas.openxmlformats.org/officeDocument/2006/relationships/customXml" Target="../ink/ink22.xml"/><Relationship Id="rId53" Type="http://schemas.openxmlformats.org/officeDocument/2006/relationships/customXml" Target="../ink/ink26.xml"/><Relationship Id="rId58" Type="http://schemas.openxmlformats.org/officeDocument/2006/relationships/image" Target="../media/image29.png"/><Relationship Id="rId66" Type="http://schemas.openxmlformats.org/officeDocument/2006/relationships/image" Target="../media/image33.png"/><Relationship Id="rId74" Type="http://schemas.openxmlformats.org/officeDocument/2006/relationships/image" Target="../media/image37.png"/><Relationship Id="rId79" Type="http://schemas.openxmlformats.org/officeDocument/2006/relationships/customXml" Target="../ink/ink39.xml"/><Relationship Id="rId87" Type="http://schemas.openxmlformats.org/officeDocument/2006/relationships/customXml" Target="../ink/ink43.xml"/><Relationship Id="rId102" Type="http://schemas.openxmlformats.org/officeDocument/2006/relationships/image" Target="../media/image51.png"/><Relationship Id="rId110" Type="http://schemas.openxmlformats.org/officeDocument/2006/relationships/image" Target="../media/image55.png"/><Relationship Id="rId5" Type="http://schemas.openxmlformats.org/officeDocument/2006/relationships/customXml" Target="../ink/ink2.xml"/><Relationship Id="rId61" Type="http://schemas.openxmlformats.org/officeDocument/2006/relationships/customXml" Target="../ink/ink30.xml"/><Relationship Id="rId82" Type="http://schemas.openxmlformats.org/officeDocument/2006/relationships/image" Target="../media/image41.png"/><Relationship Id="rId90" Type="http://schemas.openxmlformats.org/officeDocument/2006/relationships/image" Target="../media/image45.png"/><Relationship Id="rId95" Type="http://schemas.openxmlformats.org/officeDocument/2006/relationships/customXml" Target="../ink/ink47.xml"/><Relationship Id="rId19" Type="http://schemas.openxmlformats.org/officeDocument/2006/relationships/customXml" Target="../ink/ink9.xml"/><Relationship Id="rId14" Type="http://schemas.openxmlformats.org/officeDocument/2006/relationships/image" Target="../media/image7.png"/><Relationship Id="rId22" Type="http://schemas.openxmlformats.org/officeDocument/2006/relationships/image" Target="../media/image11.png"/><Relationship Id="rId27" Type="http://schemas.openxmlformats.org/officeDocument/2006/relationships/customXml" Target="../ink/ink13.xml"/><Relationship Id="rId30" Type="http://schemas.openxmlformats.org/officeDocument/2006/relationships/image" Target="../media/image15.png"/><Relationship Id="rId35" Type="http://schemas.openxmlformats.org/officeDocument/2006/relationships/customXml" Target="../ink/ink17.xml"/><Relationship Id="rId43" Type="http://schemas.openxmlformats.org/officeDocument/2006/relationships/customXml" Target="../ink/ink21.xml"/><Relationship Id="rId48" Type="http://schemas.openxmlformats.org/officeDocument/2006/relationships/image" Target="../media/image24.png"/><Relationship Id="rId56" Type="http://schemas.openxmlformats.org/officeDocument/2006/relationships/image" Target="../media/image28.png"/><Relationship Id="rId64" Type="http://schemas.openxmlformats.org/officeDocument/2006/relationships/image" Target="../media/image32.png"/><Relationship Id="rId69" Type="http://schemas.openxmlformats.org/officeDocument/2006/relationships/customXml" Target="../ink/ink34.xml"/><Relationship Id="rId77" Type="http://schemas.openxmlformats.org/officeDocument/2006/relationships/customXml" Target="../ink/ink38.xml"/><Relationship Id="rId100" Type="http://schemas.openxmlformats.org/officeDocument/2006/relationships/image" Target="../media/image50.png"/><Relationship Id="rId105" Type="http://schemas.openxmlformats.org/officeDocument/2006/relationships/customXml" Target="../ink/ink52.xml"/><Relationship Id="rId8" Type="http://schemas.openxmlformats.org/officeDocument/2006/relationships/image" Target="../media/image4.png"/><Relationship Id="rId51" Type="http://schemas.openxmlformats.org/officeDocument/2006/relationships/customXml" Target="../ink/ink25.xml"/><Relationship Id="rId72" Type="http://schemas.openxmlformats.org/officeDocument/2006/relationships/image" Target="../media/image36.png"/><Relationship Id="rId80" Type="http://schemas.openxmlformats.org/officeDocument/2006/relationships/image" Target="../media/image40.png"/><Relationship Id="rId85" Type="http://schemas.openxmlformats.org/officeDocument/2006/relationships/customXml" Target="../ink/ink42.xml"/><Relationship Id="rId93" Type="http://schemas.openxmlformats.org/officeDocument/2006/relationships/customXml" Target="../ink/ink46.xml"/><Relationship Id="rId98" Type="http://schemas.openxmlformats.org/officeDocument/2006/relationships/image" Target="../media/image49.png"/><Relationship Id="rId3" Type="http://schemas.openxmlformats.org/officeDocument/2006/relationships/customXml" Target="../ink/ink1.xml"/><Relationship Id="rId12" Type="http://schemas.openxmlformats.org/officeDocument/2006/relationships/image" Target="../media/image6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customXml" Target="../ink/ink16.xml"/><Relationship Id="rId38" Type="http://schemas.openxmlformats.org/officeDocument/2006/relationships/image" Target="../media/image19.png"/><Relationship Id="rId46" Type="http://schemas.openxmlformats.org/officeDocument/2006/relationships/image" Target="../media/image23.png"/><Relationship Id="rId59" Type="http://schemas.openxmlformats.org/officeDocument/2006/relationships/customXml" Target="../ink/ink29.xml"/><Relationship Id="rId67" Type="http://schemas.openxmlformats.org/officeDocument/2006/relationships/customXml" Target="../ink/ink33.xml"/><Relationship Id="rId103" Type="http://schemas.openxmlformats.org/officeDocument/2006/relationships/customXml" Target="../ink/ink51.xml"/><Relationship Id="rId108" Type="http://schemas.openxmlformats.org/officeDocument/2006/relationships/image" Target="../media/image54.png"/><Relationship Id="rId20" Type="http://schemas.openxmlformats.org/officeDocument/2006/relationships/image" Target="../media/image10.png"/><Relationship Id="rId41" Type="http://schemas.openxmlformats.org/officeDocument/2006/relationships/customXml" Target="../ink/ink20.xml"/><Relationship Id="rId54" Type="http://schemas.openxmlformats.org/officeDocument/2006/relationships/image" Target="../media/image27.png"/><Relationship Id="rId62" Type="http://schemas.openxmlformats.org/officeDocument/2006/relationships/image" Target="../media/image31.png"/><Relationship Id="rId70" Type="http://schemas.openxmlformats.org/officeDocument/2006/relationships/image" Target="../media/image35.png"/><Relationship Id="rId75" Type="http://schemas.openxmlformats.org/officeDocument/2006/relationships/customXml" Target="../ink/ink37.xml"/><Relationship Id="rId83" Type="http://schemas.openxmlformats.org/officeDocument/2006/relationships/customXml" Target="../ink/ink41.xml"/><Relationship Id="rId88" Type="http://schemas.openxmlformats.org/officeDocument/2006/relationships/image" Target="../media/image44.png"/><Relationship Id="rId91" Type="http://schemas.openxmlformats.org/officeDocument/2006/relationships/customXml" Target="../ink/ink45.xml"/><Relationship Id="rId96" Type="http://schemas.openxmlformats.org/officeDocument/2006/relationships/image" Target="../media/image48.png"/><Relationship Id="rId111" Type="http://schemas.openxmlformats.org/officeDocument/2006/relationships/customXml" Target="../ink/ink5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.png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14.png"/><Relationship Id="rId36" Type="http://schemas.openxmlformats.org/officeDocument/2006/relationships/image" Target="../media/image18.png"/><Relationship Id="rId49" Type="http://schemas.openxmlformats.org/officeDocument/2006/relationships/customXml" Target="../ink/ink24.xml"/><Relationship Id="rId57" Type="http://schemas.openxmlformats.org/officeDocument/2006/relationships/customXml" Target="../ink/ink28.xml"/><Relationship Id="rId106" Type="http://schemas.openxmlformats.org/officeDocument/2006/relationships/image" Target="../media/image53.png"/><Relationship Id="rId10" Type="http://schemas.openxmlformats.org/officeDocument/2006/relationships/image" Target="../media/image5.png"/><Relationship Id="rId31" Type="http://schemas.openxmlformats.org/officeDocument/2006/relationships/customXml" Target="../ink/ink15.xml"/><Relationship Id="rId44" Type="http://schemas.openxmlformats.org/officeDocument/2006/relationships/image" Target="../media/image22.png"/><Relationship Id="rId52" Type="http://schemas.openxmlformats.org/officeDocument/2006/relationships/image" Target="../media/image26.png"/><Relationship Id="rId60" Type="http://schemas.openxmlformats.org/officeDocument/2006/relationships/image" Target="../media/image30.png"/><Relationship Id="rId65" Type="http://schemas.openxmlformats.org/officeDocument/2006/relationships/customXml" Target="../ink/ink32.xml"/><Relationship Id="rId73" Type="http://schemas.openxmlformats.org/officeDocument/2006/relationships/customXml" Target="../ink/ink36.xml"/><Relationship Id="rId78" Type="http://schemas.openxmlformats.org/officeDocument/2006/relationships/image" Target="../media/image39.png"/><Relationship Id="rId81" Type="http://schemas.openxmlformats.org/officeDocument/2006/relationships/customXml" Target="../ink/ink40.xml"/><Relationship Id="rId86" Type="http://schemas.openxmlformats.org/officeDocument/2006/relationships/image" Target="../media/image43.png"/><Relationship Id="rId94" Type="http://schemas.openxmlformats.org/officeDocument/2006/relationships/image" Target="../media/image47.png"/><Relationship Id="rId99" Type="http://schemas.openxmlformats.org/officeDocument/2006/relationships/customXml" Target="../ink/ink49.xml"/><Relationship Id="rId101" Type="http://schemas.openxmlformats.org/officeDocument/2006/relationships/customXml" Target="../ink/ink50.xml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3" Type="http://schemas.openxmlformats.org/officeDocument/2006/relationships/customXml" Target="../ink/ink6.xml"/><Relationship Id="rId18" Type="http://schemas.openxmlformats.org/officeDocument/2006/relationships/image" Target="../media/image9.png"/><Relationship Id="rId39" Type="http://schemas.openxmlformats.org/officeDocument/2006/relationships/customXml" Target="../ink/ink19.xml"/><Relationship Id="rId109" Type="http://schemas.openxmlformats.org/officeDocument/2006/relationships/customXml" Target="../ink/ink54.xml"/><Relationship Id="rId34" Type="http://schemas.openxmlformats.org/officeDocument/2006/relationships/image" Target="../media/image17.png"/><Relationship Id="rId50" Type="http://schemas.openxmlformats.org/officeDocument/2006/relationships/image" Target="../media/image25.png"/><Relationship Id="rId55" Type="http://schemas.openxmlformats.org/officeDocument/2006/relationships/customXml" Target="../ink/ink27.xml"/><Relationship Id="rId76" Type="http://schemas.openxmlformats.org/officeDocument/2006/relationships/image" Target="../media/image38.png"/><Relationship Id="rId97" Type="http://schemas.openxmlformats.org/officeDocument/2006/relationships/customXml" Target="../ink/ink48.xml"/><Relationship Id="rId104" Type="http://schemas.openxmlformats.org/officeDocument/2006/relationships/image" Target="../media/image52.png"/><Relationship Id="rId7" Type="http://schemas.openxmlformats.org/officeDocument/2006/relationships/customXml" Target="../ink/ink3.xml"/><Relationship Id="rId71" Type="http://schemas.openxmlformats.org/officeDocument/2006/relationships/customXml" Target="../ink/ink35.xml"/><Relationship Id="rId92" Type="http://schemas.openxmlformats.org/officeDocument/2006/relationships/image" Target="../media/image46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83FF69-31E5-5F83-58EF-212BAA5AFF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14403" y="-1699777"/>
            <a:ext cx="6323215" cy="1346516"/>
          </a:xfrm>
        </p:spPr>
        <p:txBody>
          <a:bodyPr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7EAD298-C517-CD14-039A-C4C6211285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5139" y="230854"/>
            <a:ext cx="3862647" cy="880216"/>
          </a:xfrm>
        </p:spPr>
        <p:txBody>
          <a:bodyPr>
            <a:normAutofit/>
          </a:bodyPr>
          <a:lstStyle/>
          <a:p>
            <a:r>
              <a:rPr kumimoji="1" lang="en-US" altLang="ja-JP" sz="20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WASD</a:t>
            </a:r>
            <a:r>
              <a:rPr kumimoji="1" lang="ja-JP" altLang="en-US" sz="20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キー</a:t>
            </a:r>
            <a:endParaRPr kumimoji="1" lang="en-US" altLang="ja-JP" sz="2000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r>
              <a:rPr kumimoji="1" lang="ja-JP" altLang="en-US" sz="2000" dirty="0">
                <a:solidFill>
                  <a:srgbClr val="FFC000"/>
                </a:solidFill>
                <a:latin typeface="HGS行書体" panose="03000600000000000000" pitchFamily="66" charset="-128"/>
                <a:ea typeface="HGS行書体" panose="03000600000000000000" pitchFamily="66" charset="-128"/>
              </a:rPr>
              <a:t>画面の左右上下移動</a:t>
            </a:r>
          </a:p>
        </p:txBody>
      </p:sp>
      <p:pic>
        <p:nvPicPr>
          <p:cNvPr id="7" name="図 6" descr="モニター, 座る, テーブル, バッグ が含まれている画像">
            <a:extLst>
              <a:ext uri="{FF2B5EF4-FFF2-40B4-BE49-F238E27FC236}">
                <a16:creationId xmlns:a16="http://schemas.microsoft.com/office/drawing/2014/main" id="{FACA6ECD-C4A1-5525-40D5-28EF4F206B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57" t="9800" r="20367" b="9731"/>
          <a:stretch>
            <a:fillRect/>
          </a:stretch>
        </p:blipFill>
        <p:spPr>
          <a:xfrm>
            <a:off x="8697550" y="2041659"/>
            <a:ext cx="2277687" cy="315052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インク 16">
                <a:extLst>
                  <a:ext uri="{FF2B5EF4-FFF2-40B4-BE49-F238E27FC236}">
                    <a16:creationId xmlns:a16="http://schemas.microsoft.com/office/drawing/2014/main" id="{602BB99D-4D49-CDEC-70A4-D83A8BF47801}"/>
                  </a:ext>
                </a:extLst>
              </p14:cNvPr>
              <p14:cNvContentPartPr/>
              <p14:nvPr/>
            </p14:nvContentPartPr>
            <p14:xfrm>
              <a:off x="8526092" y="1727886"/>
              <a:ext cx="616320" cy="858960"/>
            </p14:xfrm>
          </p:contentPart>
        </mc:Choice>
        <mc:Fallback xmlns="">
          <p:pic>
            <p:nvPicPr>
              <p:cNvPr id="17" name="インク 16">
                <a:extLst>
                  <a:ext uri="{FF2B5EF4-FFF2-40B4-BE49-F238E27FC236}">
                    <a16:creationId xmlns:a16="http://schemas.microsoft.com/office/drawing/2014/main" id="{602BB99D-4D49-CDEC-70A4-D83A8BF4780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463452" y="1664886"/>
                <a:ext cx="741960" cy="98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8" name="インク 17">
                <a:extLst>
                  <a:ext uri="{FF2B5EF4-FFF2-40B4-BE49-F238E27FC236}">
                    <a16:creationId xmlns:a16="http://schemas.microsoft.com/office/drawing/2014/main" id="{7B6CD192-2969-32A1-FD71-B3BBE867CC62}"/>
                  </a:ext>
                </a:extLst>
              </p14:cNvPr>
              <p14:cNvContentPartPr/>
              <p14:nvPr/>
            </p14:nvContentPartPr>
            <p14:xfrm>
              <a:off x="8941176" y="1907131"/>
              <a:ext cx="568440" cy="213480"/>
            </p14:xfrm>
          </p:contentPart>
        </mc:Choice>
        <mc:Fallback xmlns="">
          <p:pic>
            <p:nvPicPr>
              <p:cNvPr id="18" name="インク 17">
                <a:extLst>
                  <a:ext uri="{FF2B5EF4-FFF2-40B4-BE49-F238E27FC236}">
                    <a16:creationId xmlns:a16="http://schemas.microsoft.com/office/drawing/2014/main" id="{7B6CD192-2969-32A1-FD71-B3BBE867CC62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878176" y="1844491"/>
                <a:ext cx="694080" cy="33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0" name="インク 19">
                <a:extLst>
                  <a:ext uri="{FF2B5EF4-FFF2-40B4-BE49-F238E27FC236}">
                    <a16:creationId xmlns:a16="http://schemas.microsoft.com/office/drawing/2014/main" id="{32B1296E-7C60-C926-0595-BE2D63AF56EA}"/>
                  </a:ext>
                </a:extLst>
              </p14:cNvPr>
              <p14:cNvContentPartPr/>
              <p14:nvPr/>
            </p14:nvContentPartPr>
            <p14:xfrm>
              <a:off x="9582336" y="2019811"/>
              <a:ext cx="340200" cy="10080"/>
            </p14:xfrm>
          </p:contentPart>
        </mc:Choice>
        <mc:Fallback xmlns="">
          <p:pic>
            <p:nvPicPr>
              <p:cNvPr id="20" name="インク 19">
                <a:extLst>
                  <a:ext uri="{FF2B5EF4-FFF2-40B4-BE49-F238E27FC236}">
                    <a16:creationId xmlns:a16="http://schemas.microsoft.com/office/drawing/2014/main" id="{32B1296E-7C60-C926-0595-BE2D63AF56E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519336" y="1956811"/>
                <a:ext cx="465840" cy="13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1" name="インク 20">
                <a:extLst>
                  <a:ext uri="{FF2B5EF4-FFF2-40B4-BE49-F238E27FC236}">
                    <a16:creationId xmlns:a16="http://schemas.microsoft.com/office/drawing/2014/main" id="{E7E1237C-7582-6259-CF37-47FC5607783C}"/>
                  </a:ext>
                </a:extLst>
              </p14:cNvPr>
              <p14:cNvContentPartPr/>
              <p14:nvPr/>
            </p14:nvContentPartPr>
            <p14:xfrm>
              <a:off x="10010376" y="2010091"/>
              <a:ext cx="351360" cy="78840"/>
            </p14:xfrm>
          </p:contentPart>
        </mc:Choice>
        <mc:Fallback xmlns="">
          <p:pic>
            <p:nvPicPr>
              <p:cNvPr id="21" name="インク 20">
                <a:extLst>
                  <a:ext uri="{FF2B5EF4-FFF2-40B4-BE49-F238E27FC236}">
                    <a16:creationId xmlns:a16="http://schemas.microsoft.com/office/drawing/2014/main" id="{E7E1237C-7582-6259-CF37-47FC5607783C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947376" y="1947091"/>
                <a:ext cx="477000" cy="20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23" name="インク 22">
                <a:extLst>
                  <a:ext uri="{FF2B5EF4-FFF2-40B4-BE49-F238E27FC236}">
                    <a16:creationId xmlns:a16="http://schemas.microsoft.com/office/drawing/2014/main" id="{4C3080A9-71D3-FA43-3BA9-F682B5959060}"/>
                  </a:ext>
                </a:extLst>
              </p14:cNvPr>
              <p14:cNvContentPartPr/>
              <p14:nvPr/>
            </p14:nvContentPartPr>
            <p14:xfrm>
              <a:off x="10322496" y="2073451"/>
              <a:ext cx="140040" cy="49320"/>
            </p14:xfrm>
          </p:contentPart>
        </mc:Choice>
        <mc:Fallback xmlns="">
          <p:pic>
            <p:nvPicPr>
              <p:cNvPr id="23" name="インク 22">
                <a:extLst>
                  <a:ext uri="{FF2B5EF4-FFF2-40B4-BE49-F238E27FC236}">
                    <a16:creationId xmlns:a16="http://schemas.microsoft.com/office/drawing/2014/main" id="{4C3080A9-71D3-FA43-3BA9-F682B5959060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0259496" y="2010811"/>
                <a:ext cx="265680" cy="17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6" name="インク 25">
                <a:extLst>
                  <a:ext uri="{FF2B5EF4-FFF2-40B4-BE49-F238E27FC236}">
                    <a16:creationId xmlns:a16="http://schemas.microsoft.com/office/drawing/2014/main" id="{AF7ECE39-7242-7167-0424-66B451765BE3}"/>
                  </a:ext>
                </a:extLst>
              </p14:cNvPr>
              <p14:cNvContentPartPr/>
              <p14:nvPr/>
            </p14:nvContentPartPr>
            <p14:xfrm>
              <a:off x="10752336" y="2443891"/>
              <a:ext cx="172800" cy="367200"/>
            </p14:xfrm>
          </p:contentPart>
        </mc:Choice>
        <mc:Fallback xmlns="">
          <p:pic>
            <p:nvPicPr>
              <p:cNvPr id="26" name="インク 25">
                <a:extLst>
                  <a:ext uri="{FF2B5EF4-FFF2-40B4-BE49-F238E27FC236}">
                    <a16:creationId xmlns:a16="http://schemas.microsoft.com/office/drawing/2014/main" id="{AF7ECE39-7242-7167-0424-66B451765BE3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0689336" y="2380891"/>
                <a:ext cx="298440" cy="492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B6346235-C91F-E110-1A06-E944C125D3C3}"/>
              </a:ext>
            </a:extLst>
          </p:cNvPr>
          <p:cNvGrpSpPr/>
          <p:nvPr/>
        </p:nvGrpSpPr>
        <p:grpSpPr>
          <a:xfrm>
            <a:off x="8686296" y="1902434"/>
            <a:ext cx="615960" cy="1266840"/>
            <a:chOff x="9049618" y="1968051"/>
            <a:chExt cx="615960" cy="126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8" name="インク 27">
                  <a:extLst>
                    <a:ext uri="{FF2B5EF4-FFF2-40B4-BE49-F238E27FC236}">
                      <a16:creationId xmlns:a16="http://schemas.microsoft.com/office/drawing/2014/main" id="{D74B0B79-FA6E-8A96-0DEE-A4DD719556C5}"/>
                    </a:ext>
                  </a:extLst>
                </p14:cNvPr>
                <p14:cNvContentPartPr/>
                <p14:nvPr/>
              </p14:nvContentPartPr>
              <p14:xfrm>
                <a:off x="9181738" y="1968051"/>
                <a:ext cx="483840" cy="432720"/>
              </p14:xfrm>
            </p:contentPart>
          </mc:Choice>
          <mc:Fallback xmlns="">
            <p:pic>
              <p:nvPicPr>
                <p:cNvPr id="28" name="インク 27">
                  <a:extLst>
                    <a:ext uri="{FF2B5EF4-FFF2-40B4-BE49-F238E27FC236}">
                      <a16:creationId xmlns:a16="http://schemas.microsoft.com/office/drawing/2014/main" id="{D74B0B79-FA6E-8A96-0DEE-A4DD719556C5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118738" y="1905051"/>
                  <a:ext cx="609480" cy="55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9" name="インク 28">
                  <a:extLst>
                    <a:ext uri="{FF2B5EF4-FFF2-40B4-BE49-F238E27FC236}">
                      <a16:creationId xmlns:a16="http://schemas.microsoft.com/office/drawing/2014/main" id="{9C3B2E7A-D11B-11D5-8AEF-3C4B4C7CE6D5}"/>
                    </a:ext>
                  </a:extLst>
                </p14:cNvPr>
                <p14:cNvContentPartPr/>
                <p14:nvPr/>
              </p14:nvContentPartPr>
              <p14:xfrm>
                <a:off x="9499978" y="2173611"/>
                <a:ext cx="90000" cy="81720"/>
              </p14:xfrm>
            </p:contentPart>
          </mc:Choice>
          <mc:Fallback xmlns="">
            <p:pic>
              <p:nvPicPr>
                <p:cNvPr id="29" name="インク 28">
                  <a:extLst>
                    <a:ext uri="{FF2B5EF4-FFF2-40B4-BE49-F238E27FC236}">
                      <a16:creationId xmlns:a16="http://schemas.microsoft.com/office/drawing/2014/main" id="{9C3B2E7A-D11B-11D5-8AEF-3C4B4C7CE6D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436978" y="2110611"/>
                  <a:ext cx="2156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0" name="インク 29">
                  <a:extLst>
                    <a:ext uri="{FF2B5EF4-FFF2-40B4-BE49-F238E27FC236}">
                      <a16:creationId xmlns:a16="http://schemas.microsoft.com/office/drawing/2014/main" id="{7AB01BC7-7416-508E-021D-3CFF52CEFC51}"/>
                    </a:ext>
                  </a:extLst>
                </p14:cNvPr>
                <p14:cNvContentPartPr/>
                <p14:nvPr/>
              </p14:nvContentPartPr>
              <p14:xfrm>
                <a:off x="9049618" y="2166051"/>
                <a:ext cx="439200" cy="1068840"/>
              </p14:xfrm>
            </p:contentPart>
          </mc:Choice>
          <mc:Fallback xmlns="">
            <p:pic>
              <p:nvPicPr>
                <p:cNvPr id="30" name="インク 29">
                  <a:extLst>
                    <a:ext uri="{FF2B5EF4-FFF2-40B4-BE49-F238E27FC236}">
                      <a16:creationId xmlns:a16="http://schemas.microsoft.com/office/drawing/2014/main" id="{7AB01BC7-7416-508E-021D-3CFF52CEFC5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986978" y="2103051"/>
                  <a:ext cx="564840" cy="119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24983C6E-0F55-F6F4-B758-929B52E83A46}"/>
              </a:ext>
            </a:extLst>
          </p:cNvPr>
          <p:cNvGrpSpPr/>
          <p:nvPr/>
        </p:nvGrpSpPr>
        <p:grpSpPr>
          <a:xfrm>
            <a:off x="10298736" y="2050051"/>
            <a:ext cx="808920" cy="1157023"/>
            <a:chOff x="10662058" y="2115668"/>
            <a:chExt cx="808920" cy="1157023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4" name="インク 23">
                  <a:extLst>
                    <a:ext uri="{FF2B5EF4-FFF2-40B4-BE49-F238E27FC236}">
                      <a16:creationId xmlns:a16="http://schemas.microsoft.com/office/drawing/2014/main" id="{48D8345D-9522-230D-B692-B189720B01D7}"/>
                    </a:ext>
                  </a:extLst>
                </p14:cNvPr>
                <p14:cNvContentPartPr/>
                <p14:nvPr/>
              </p14:nvContentPartPr>
              <p14:xfrm>
                <a:off x="10662058" y="2115668"/>
                <a:ext cx="808920" cy="578520"/>
              </p14:xfrm>
            </p:contentPart>
          </mc:Choice>
          <mc:Fallback xmlns="">
            <p:pic>
              <p:nvPicPr>
                <p:cNvPr id="24" name="インク 23">
                  <a:extLst>
                    <a:ext uri="{FF2B5EF4-FFF2-40B4-BE49-F238E27FC236}">
                      <a16:creationId xmlns:a16="http://schemas.microsoft.com/office/drawing/2014/main" id="{48D8345D-9522-230D-B692-B189720B01D7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599058" y="2053028"/>
                  <a:ext cx="934560" cy="70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5" name="インク 24">
                  <a:extLst>
                    <a:ext uri="{FF2B5EF4-FFF2-40B4-BE49-F238E27FC236}">
                      <a16:creationId xmlns:a16="http://schemas.microsoft.com/office/drawing/2014/main" id="{6DE1A373-5BCE-8328-BC14-7162B8F6C040}"/>
                    </a:ext>
                  </a:extLst>
                </p14:cNvPr>
                <p14:cNvContentPartPr/>
                <p14:nvPr/>
              </p14:nvContentPartPr>
              <p14:xfrm>
                <a:off x="11068138" y="2433548"/>
                <a:ext cx="360" cy="1800"/>
              </p14:xfrm>
            </p:contentPart>
          </mc:Choice>
          <mc:Fallback xmlns="">
            <p:pic>
              <p:nvPicPr>
                <p:cNvPr id="25" name="インク 24">
                  <a:extLst>
                    <a:ext uri="{FF2B5EF4-FFF2-40B4-BE49-F238E27FC236}">
                      <a16:creationId xmlns:a16="http://schemas.microsoft.com/office/drawing/2014/main" id="{6DE1A373-5BCE-8328-BC14-7162B8F6C04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1005138" y="2370908"/>
                  <a:ext cx="12600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32" name="インク 31">
                  <a:extLst>
                    <a:ext uri="{FF2B5EF4-FFF2-40B4-BE49-F238E27FC236}">
                      <a16:creationId xmlns:a16="http://schemas.microsoft.com/office/drawing/2014/main" id="{712E39E7-37FC-B3CC-3BC0-8D203214E6FA}"/>
                    </a:ext>
                  </a:extLst>
                </p14:cNvPr>
                <p14:cNvContentPartPr/>
                <p14:nvPr/>
              </p14:nvContentPartPr>
              <p14:xfrm>
                <a:off x="11147698" y="2659971"/>
                <a:ext cx="205560" cy="612720"/>
              </p14:xfrm>
            </p:contentPart>
          </mc:Choice>
          <mc:Fallback xmlns="">
            <p:pic>
              <p:nvPicPr>
                <p:cNvPr id="32" name="インク 31">
                  <a:extLst>
                    <a:ext uri="{FF2B5EF4-FFF2-40B4-BE49-F238E27FC236}">
                      <a16:creationId xmlns:a16="http://schemas.microsoft.com/office/drawing/2014/main" id="{712E39E7-37FC-B3CC-3BC0-8D203214E6F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1084698" y="2596971"/>
                  <a:ext cx="331200" cy="738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34" name="インク 33">
                <a:extLst>
                  <a:ext uri="{FF2B5EF4-FFF2-40B4-BE49-F238E27FC236}">
                    <a16:creationId xmlns:a16="http://schemas.microsoft.com/office/drawing/2014/main" id="{27FECC95-503B-306E-4D17-7F3A131D0F37}"/>
                  </a:ext>
                </a:extLst>
              </p14:cNvPr>
              <p14:cNvContentPartPr/>
              <p14:nvPr/>
            </p14:nvContentPartPr>
            <p14:xfrm>
              <a:off x="10826136" y="3132171"/>
              <a:ext cx="289440" cy="389520"/>
            </p14:xfrm>
          </p:contentPart>
        </mc:Choice>
        <mc:Fallback xmlns="">
          <p:pic>
            <p:nvPicPr>
              <p:cNvPr id="34" name="インク 33">
                <a:extLst>
                  <a:ext uri="{FF2B5EF4-FFF2-40B4-BE49-F238E27FC236}">
                    <a16:creationId xmlns:a16="http://schemas.microsoft.com/office/drawing/2014/main" id="{27FECC95-503B-306E-4D17-7F3A131D0F3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763496" y="3069171"/>
                <a:ext cx="415080" cy="51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35" name="インク 34">
                <a:extLst>
                  <a:ext uri="{FF2B5EF4-FFF2-40B4-BE49-F238E27FC236}">
                    <a16:creationId xmlns:a16="http://schemas.microsoft.com/office/drawing/2014/main" id="{1164DFD0-8761-20BA-3F0D-D3EBC2959466}"/>
                  </a:ext>
                </a:extLst>
              </p14:cNvPr>
              <p14:cNvContentPartPr/>
              <p14:nvPr/>
            </p14:nvContentPartPr>
            <p14:xfrm>
              <a:off x="8655336" y="2965851"/>
              <a:ext cx="151200" cy="750960"/>
            </p14:xfrm>
          </p:contentPart>
        </mc:Choice>
        <mc:Fallback xmlns="">
          <p:pic>
            <p:nvPicPr>
              <p:cNvPr id="35" name="インク 34">
                <a:extLst>
                  <a:ext uri="{FF2B5EF4-FFF2-40B4-BE49-F238E27FC236}">
                    <a16:creationId xmlns:a16="http://schemas.microsoft.com/office/drawing/2014/main" id="{1164DFD0-8761-20BA-3F0D-D3EBC2959466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8592336" y="2903211"/>
                <a:ext cx="276840" cy="87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36" name="インク 35">
                <a:extLst>
                  <a:ext uri="{FF2B5EF4-FFF2-40B4-BE49-F238E27FC236}">
                    <a16:creationId xmlns:a16="http://schemas.microsoft.com/office/drawing/2014/main" id="{CCDDA233-512C-BA69-8724-B02ED6431DC2}"/>
                  </a:ext>
                </a:extLst>
              </p14:cNvPr>
              <p14:cNvContentPartPr/>
              <p14:nvPr/>
            </p14:nvContentPartPr>
            <p14:xfrm>
              <a:off x="8724456" y="3046491"/>
              <a:ext cx="98640" cy="71640"/>
            </p14:xfrm>
          </p:contentPart>
        </mc:Choice>
        <mc:Fallback xmlns="">
          <p:pic>
            <p:nvPicPr>
              <p:cNvPr id="36" name="インク 35">
                <a:extLst>
                  <a:ext uri="{FF2B5EF4-FFF2-40B4-BE49-F238E27FC236}">
                    <a16:creationId xmlns:a16="http://schemas.microsoft.com/office/drawing/2014/main" id="{CCDDA233-512C-BA69-8724-B02ED6431DC2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8661456" y="2983851"/>
                <a:ext cx="224280" cy="19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37" name="インク 36">
                <a:extLst>
                  <a:ext uri="{FF2B5EF4-FFF2-40B4-BE49-F238E27FC236}">
                    <a16:creationId xmlns:a16="http://schemas.microsoft.com/office/drawing/2014/main" id="{9D7FA2B1-E011-62CE-8C90-A8D224C38880}"/>
                  </a:ext>
                </a:extLst>
              </p14:cNvPr>
              <p14:cNvContentPartPr/>
              <p14:nvPr/>
            </p14:nvContentPartPr>
            <p14:xfrm>
              <a:off x="10943496" y="3529587"/>
              <a:ext cx="162360" cy="898920"/>
            </p14:xfrm>
          </p:contentPart>
        </mc:Choice>
        <mc:Fallback xmlns="">
          <p:pic>
            <p:nvPicPr>
              <p:cNvPr id="37" name="インク 36">
                <a:extLst>
                  <a:ext uri="{FF2B5EF4-FFF2-40B4-BE49-F238E27FC236}">
                    <a16:creationId xmlns:a16="http://schemas.microsoft.com/office/drawing/2014/main" id="{9D7FA2B1-E011-62CE-8C90-A8D224C38880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10880856" y="3466947"/>
                <a:ext cx="288000" cy="102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38" name="インク 37">
                <a:extLst>
                  <a:ext uri="{FF2B5EF4-FFF2-40B4-BE49-F238E27FC236}">
                    <a16:creationId xmlns:a16="http://schemas.microsoft.com/office/drawing/2014/main" id="{4AAA7833-D364-ECD6-622F-B9FCF53F071F}"/>
                  </a:ext>
                </a:extLst>
              </p14:cNvPr>
              <p14:cNvContentPartPr/>
              <p14:nvPr/>
            </p14:nvContentPartPr>
            <p14:xfrm>
              <a:off x="8631936" y="3677547"/>
              <a:ext cx="61560" cy="440640"/>
            </p14:xfrm>
          </p:contentPart>
        </mc:Choice>
        <mc:Fallback xmlns="">
          <p:pic>
            <p:nvPicPr>
              <p:cNvPr id="38" name="インク 37">
                <a:extLst>
                  <a:ext uri="{FF2B5EF4-FFF2-40B4-BE49-F238E27FC236}">
                    <a16:creationId xmlns:a16="http://schemas.microsoft.com/office/drawing/2014/main" id="{4AAA7833-D364-ECD6-622F-B9FCF53F071F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8568936" y="3614547"/>
                <a:ext cx="187200" cy="56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39" name="インク 38">
                <a:extLst>
                  <a:ext uri="{FF2B5EF4-FFF2-40B4-BE49-F238E27FC236}">
                    <a16:creationId xmlns:a16="http://schemas.microsoft.com/office/drawing/2014/main" id="{345DDDC3-6950-942B-F0CF-947F7803CA4D}"/>
                  </a:ext>
                </a:extLst>
              </p14:cNvPr>
              <p14:cNvContentPartPr/>
              <p14:nvPr/>
            </p14:nvContentPartPr>
            <p14:xfrm>
              <a:off x="8550216" y="3999913"/>
              <a:ext cx="145800" cy="370800"/>
            </p14:xfrm>
          </p:contentPart>
        </mc:Choice>
        <mc:Fallback xmlns="">
          <p:pic>
            <p:nvPicPr>
              <p:cNvPr id="39" name="インク 38">
                <a:extLst>
                  <a:ext uri="{FF2B5EF4-FFF2-40B4-BE49-F238E27FC236}">
                    <a16:creationId xmlns:a16="http://schemas.microsoft.com/office/drawing/2014/main" id="{345DDDC3-6950-942B-F0CF-947F7803CA4D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8487576" y="3937273"/>
                <a:ext cx="271440" cy="49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41" name="インク 40">
                <a:extLst>
                  <a:ext uri="{FF2B5EF4-FFF2-40B4-BE49-F238E27FC236}">
                    <a16:creationId xmlns:a16="http://schemas.microsoft.com/office/drawing/2014/main" id="{744DC964-2E38-9AAF-0D9A-904799DB1E0A}"/>
                  </a:ext>
                </a:extLst>
              </p14:cNvPr>
              <p14:cNvContentPartPr/>
              <p14:nvPr/>
            </p14:nvContentPartPr>
            <p14:xfrm>
              <a:off x="8617176" y="4381513"/>
              <a:ext cx="153720" cy="596880"/>
            </p14:xfrm>
          </p:contentPart>
        </mc:Choice>
        <mc:Fallback xmlns="">
          <p:pic>
            <p:nvPicPr>
              <p:cNvPr id="41" name="インク 40">
                <a:extLst>
                  <a:ext uri="{FF2B5EF4-FFF2-40B4-BE49-F238E27FC236}">
                    <a16:creationId xmlns:a16="http://schemas.microsoft.com/office/drawing/2014/main" id="{744DC964-2E38-9AAF-0D9A-904799DB1E0A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8554176" y="4318513"/>
                <a:ext cx="279360" cy="722520"/>
              </a:xfrm>
              <a:prstGeom prst="rect">
                <a:avLst/>
              </a:prstGeom>
            </p:spPr>
          </p:pic>
        </mc:Fallback>
      </mc:AlternateContent>
      <p:grpSp>
        <p:nvGrpSpPr>
          <p:cNvPr id="65" name="グループ化 64">
            <a:extLst>
              <a:ext uri="{FF2B5EF4-FFF2-40B4-BE49-F238E27FC236}">
                <a16:creationId xmlns:a16="http://schemas.microsoft.com/office/drawing/2014/main" id="{974F11F7-8C2E-3C1B-4A0C-C3018CA80F95}"/>
              </a:ext>
            </a:extLst>
          </p:cNvPr>
          <p:cNvGrpSpPr/>
          <p:nvPr/>
        </p:nvGrpSpPr>
        <p:grpSpPr>
          <a:xfrm>
            <a:off x="8660016" y="4388713"/>
            <a:ext cx="2368440" cy="843840"/>
            <a:chOff x="9023338" y="4454330"/>
            <a:chExt cx="2368440" cy="84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2" name="インク 41">
                  <a:extLst>
                    <a:ext uri="{FF2B5EF4-FFF2-40B4-BE49-F238E27FC236}">
                      <a16:creationId xmlns:a16="http://schemas.microsoft.com/office/drawing/2014/main" id="{24049977-9763-C5EB-D1CC-FD6D60B4DB26}"/>
                    </a:ext>
                  </a:extLst>
                </p14:cNvPr>
                <p14:cNvContentPartPr/>
                <p14:nvPr/>
              </p14:nvContentPartPr>
              <p14:xfrm>
                <a:off x="9094978" y="4658090"/>
                <a:ext cx="720" cy="9720"/>
              </p14:xfrm>
            </p:contentPart>
          </mc:Choice>
          <mc:Fallback xmlns="">
            <p:pic>
              <p:nvPicPr>
                <p:cNvPr id="42" name="インク 41">
                  <a:extLst>
                    <a:ext uri="{FF2B5EF4-FFF2-40B4-BE49-F238E27FC236}">
                      <a16:creationId xmlns:a16="http://schemas.microsoft.com/office/drawing/2014/main" id="{24049977-9763-C5EB-D1CC-FD6D60B4DB2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031978" y="4595090"/>
                  <a:ext cx="1263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3" name="インク 42">
                  <a:extLst>
                    <a:ext uri="{FF2B5EF4-FFF2-40B4-BE49-F238E27FC236}">
                      <a16:creationId xmlns:a16="http://schemas.microsoft.com/office/drawing/2014/main" id="{846BB892-CA7D-253F-CE3A-CDEE90E8EC60}"/>
                    </a:ext>
                  </a:extLst>
                </p14:cNvPr>
                <p14:cNvContentPartPr/>
                <p14:nvPr/>
              </p14:nvContentPartPr>
              <p14:xfrm>
                <a:off x="9109018" y="4579970"/>
                <a:ext cx="71280" cy="241560"/>
              </p14:xfrm>
            </p:contentPart>
          </mc:Choice>
          <mc:Fallback xmlns="">
            <p:pic>
              <p:nvPicPr>
                <p:cNvPr id="43" name="インク 42">
                  <a:extLst>
                    <a:ext uri="{FF2B5EF4-FFF2-40B4-BE49-F238E27FC236}">
                      <a16:creationId xmlns:a16="http://schemas.microsoft.com/office/drawing/2014/main" id="{846BB892-CA7D-253F-CE3A-CDEE90E8EC6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046378" y="4517330"/>
                  <a:ext cx="196920" cy="3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4" name="インク 43">
                  <a:extLst>
                    <a:ext uri="{FF2B5EF4-FFF2-40B4-BE49-F238E27FC236}">
                      <a16:creationId xmlns:a16="http://schemas.microsoft.com/office/drawing/2014/main" id="{92340729-4D42-5131-C2DD-35762915BA04}"/>
                    </a:ext>
                  </a:extLst>
                </p14:cNvPr>
                <p14:cNvContentPartPr/>
                <p14:nvPr/>
              </p14:nvContentPartPr>
              <p14:xfrm>
                <a:off x="9180658" y="4711370"/>
                <a:ext cx="78120" cy="96120"/>
              </p14:xfrm>
            </p:contentPart>
          </mc:Choice>
          <mc:Fallback xmlns="">
            <p:pic>
              <p:nvPicPr>
                <p:cNvPr id="44" name="インク 43">
                  <a:extLst>
                    <a:ext uri="{FF2B5EF4-FFF2-40B4-BE49-F238E27FC236}">
                      <a16:creationId xmlns:a16="http://schemas.microsoft.com/office/drawing/2014/main" id="{92340729-4D42-5131-C2DD-35762915BA0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117658" y="4648370"/>
                  <a:ext cx="2037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5" name="インク 44">
                  <a:extLst>
                    <a:ext uri="{FF2B5EF4-FFF2-40B4-BE49-F238E27FC236}">
                      <a16:creationId xmlns:a16="http://schemas.microsoft.com/office/drawing/2014/main" id="{2186568F-B1C9-33F1-8983-1F07C4B5C0BC}"/>
                    </a:ext>
                  </a:extLst>
                </p14:cNvPr>
                <p14:cNvContentPartPr/>
                <p14:nvPr/>
              </p14:nvContentPartPr>
              <p14:xfrm>
                <a:off x="9296938" y="4834490"/>
                <a:ext cx="40680" cy="106920"/>
              </p14:xfrm>
            </p:contentPart>
          </mc:Choice>
          <mc:Fallback xmlns="">
            <p:pic>
              <p:nvPicPr>
                <p:cNvPr id="45" name="インク 44">
                  <a:extLst>
                    <a:ext uri="{FF2B5EF4-FFF2-40B4-BE49-F238E27FC236}">
                      <a16:creationId xmlns:a16="http://schemas.microsoft.com/office/drawing/2014/main" id="{2186568F-B1C9-33F1-8983-1F07C4B5C0B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233938" y="4771850"/>
                  <a:ext cx="1663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6" name="インク 45">
                  <a:extLst>
                    <a:ext uri="{FF2B5EF4-FFF2-40B4-BE49-F238E27FC236}">
                      <a16:creationId xmlns:a16="http://schemas.microsoft.com/office/drawing/2014/main" id="{01F4D783-E72B-32F3-1409-DD98D9DD7713}"/>
                    </a:ext>
                  </a:extLst>
                </p14:cNvPr>
                <p14:cNvContentPartPr/>
                <p14:nvPr/>
              </p14:nvContentPartPr>
              <p14:xfrm>
                <a:off x="9378658" y="4914410"/>
                <a:ext cx="64080" cy="131760"/>
              </p14:xfrm>
            </p:contentPart>
          </mc:Choice>
          <mc:Fallback xmlns="">
            <p:pic>
              <p:nvPicPr>
                <p:cNvPr id="46" name="インク 45">
                  <a:extLst>
                    <a:ext uri="{FF2B5EF4-FFF2-40B4-BE49-F238E27FC236}">
                      <a16:creationId xmlns:a16="http://schemas.microsoft.com/office/drawing/2014/main" id="{01F4D783-E72B-32F3-1409-DD98D9DD771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316018" y="4851770"/>
                  <a:ext cx="18972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7" name="インク 46">
                  <a:extLst>
                    <a:ext uri="{FF2B5EF4-FFF2-40B4-BE49-F238E27FC236}">
                      <a16:creationId xmlns:a16="http://schemas.microsoft.com/office/drawing/2014/main" id="{D34484DF-3E71-6CD2-ABCD-71631688887E}"/>
                    </a:ext>
                  </a:extLst>
                </p14:cNvPr>
                <p14:cNvContentPartPr/>
                <p14:nvPr/>
              </p14:nvContentPartPr>
              <p14:xfrm>
                <a:off x="9478378" y="5004770"/>
                <a:ext cx="88920" cy="114840"/>
              </p14:xfrm>
            </p:contentPart>
          </mc:Choice>
          <mc:Fallback xmlns="">
            <p:pic>
              <p:nvPicPr>
                <p:cNvPr id="47" name="インク 46">
                  <a:extLst>
                    <a:ext uri="{FF2B5EF4-FFF2-40B4-BE49-F238E27FC236}">
                      <a16:creationId xmlns:a16="http://schemas.microsoft.com/office/drawing/2014/main" id="{D34484DF-3E71-6CD2-ABCD-71631688887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415378" y="4942130"/>
                  <a:ext cx="21456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8" name="インク 47">
                  <a:extLst>
                    <a:ext uri="{FF2B5EF4-FFF2-40B4-BE49-F238E27FC236}">
                      <a16:creationId xmlns:a16="http://schemas.microsoft.com/office/drawing/2014/main" id="{8CCC0498-2F67-CF68-20BA-CBF1720F0F62}"/>
                    </a:ext>
                  </a:extLst>
                </p14:cNvPr>
                <p14:cNvContentPartPr/>
                <p14:nvPr/>
              </p14:nvContentPartPr>
              <p14:xfrm>
                <a:off x="9573058" y="5083250"/>
                <a:ext cx="123840" cy="112320"/>
              </p14:xfrm>
            </p:contentPart>
          </mc:Choice>
          <mc:Fallback xmlns="">
            <p:pic>
              <p:nvPicPr>
                <p:cNvPr id="48" name="インク 47">
                  <a:extLst>
                    <a:ext uri="{FF2B5EF4-FFF2-40B4-BE49-F238E27FC236}">
                      <a16:creationId xmlns:a16="http://schemas.microsoft.com/office/drawing/2014/main" id="{8CCC0498-2F67-CF68-20BA-CBF1720F0F6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510058" y="5020610"/>
                  <a:ext cx="24948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9" name="インク 48">
                  <a:extLst>
                    <a:ext uri="{FF2B5EF4-FFF2-40B4-BE49-F238E27FC236}">
                      <a16:creationId xmlns:a16="http://schemas.microsoft.com/office/drawing/2014/main" id="{5888E2A9-B4DD-33C5-525E-B442E4AB79F4}"/>
                    </a:ext>
                  </a:extLst>
                </p14:cNvPr>
                <p14:cNvContentPartPr/>
                <p14:nvPr/>
              </p14:nvContentPartPr>
              <p14:xfrm>
                <a:off x="9637858" y="5129330"/>
                <a:ext cx="188280" cy="120240"/>
              </p14:xfrm>
            </p:contentPart>
          </mc:Choice>
          <mc:Fallback xmlns="">
            <p:pic>
              <p:nvPicPr>
                <p:cNvPr id="49" name="インク 48">
                  <a:extLst>
                    <a:ext uri="{FF2B5EF4-FFF2-40B4-BE49-F238E27FC236}">
                      <a16:creationId xmlns:a16="http://schemas.microsoft.com/office/drawing/2014/main" id="{5888E2A9-B4DD-33C5-525E-B442E4AB79F4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575218" y="5066330"/>
                  <a:ext cx="31392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0" name="インク 49">
                  <a:extLst>
                    <a:ext uri="{FF2B5EF4-FFF2-40B4-BE49-F238E27FC236}">
                      <a16:creationId xmlns:a16="http://schemas.microsoft.com/office/drawing/2014/main" id="{BFB511F3-FF0F-D5DC-DAEA-C9140217CD39}"/>
                    </a:ext>
                  </a:extLst>
                </p14:cNvPr>
                <p14:cNvContentPartPr/>
                <p14:nvPr/>
              </p14:nvContentPartPr>
              <p14:xfrm>
                <a:off x="9736858" y="5175410"/>
                <a:ext cx="245880" cy="103320"/>
              </p14:xfrm>
            </p:contentPart>
          </mc:Choice>
          <mc:Fallback xmlns="">
            <p:pic>
              <p:nvPicPr>
                <p:cNvPr id="50" name="インク 49">
                  <a:extLst>
                    <a:ext uri="{FF2B5EF4-FFF2-40B4-BE49-F238E27FC236}">
                      <a16:creationId xmlns:a16="http://schemas.microsoft.com/office/drawing/2014/main" id="{BFB511F3-FF0F-D5DC-DAEA-C9140217CD39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674218" y="5112770"/>
                  <a:ext cx="37152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2" name="インク 51">
                  <a:extLst>
                    <a:ext uri="{FF2B5EF4-FFF2-40B4-BE49-F238E27FC236}">
                      <a16:creationId xmlns:a16="http://schemas.microsoft.com/office/drawing/2014/main" id="{CB16A5AE-81C5-ABFB-87C7-3953B08DE708}"/>
                    </a:ext>
                  </a:extLst>
                </p14:cNvPr>
                <p14:cNvContentPartPr/>
                <p14:nvPr/>
              </p14:nvContentPartPr>
              <p14:xfrm>
                <a:off x="9930178" y="5241290"/>
                <a:ext cx="262800" cy="45000"/>
              </p14:xfrm>
            </p:contentPart>
          </mc:Choice>
          <mc:Fallback xmlns="">
            <p:pic>
              <p:nvPicPr>
                <p:cNvPr id="52" name="インク 51">
                  <a:extLst>
                    <a:ext uri="{FF2B5EF4-FFF2-40B4-BE49-F238E27FC236}">
                      <a16:creationId xmlns:a16="http://schemas.microsoft.com/office/drawing/2014/main" id="{CB16A5AE-81C5-ABFB-87C7-3953B08DE708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867538" y="5178290"/>
                  <a:ext cx="38844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3" name="インク 52">
                  <a:extLst>
                    <a:ext uri="{FF2B5EF4-FFF2-40B4-BE49-F238E27FC236}">
                      <a16:creationId xmlns:a16="http://schemas.microsoft.com/office/drawing/2014/main" id="{6793221D-68A9-401A-3E9D-2488BE737356}"/>
                    </a:ext>
                  </a:extLst>
                </p14:cNvPr>
                <p14:cNvContentPartPr/>
                <p14:nvPr/>
              </p14:nvContentPartPr>
              <p14:xfrm>
                <a:off x="10252738" y="5265770"/>
                <a:ext cx="231480" cy="9360"/>
              </p14:xfrm>
            </p:contentPart>
          </mc:Choice>
          <mc:Fallback xmlns="">
            <p:pic>
              <p:nvPicPr>
                <p:cNvPr id="53" name="インク 52">
                  <a:extLst>
                    <a:ext uri="{FF2B5EF4-FFF2-40B4-BE49-F238E27FC236}">
                      <a16:creationId xmlns:a16="http://schemas.microsoft.com/office/drawing/2014/main" id="{6793221D-68A9-401A-3E9D-2488BE73735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189738" y="5202770"/>
                  <a:ext cx="35712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4" name="インク 53">
                  <a:extLst>
                    <a:ext uri="{FF2B5EF4-FFF2-40B4-BE49-F238E27FC236}">
                      <a16:creationId xmlns:a16="http://schemas.microsoft.com/office/drawing/2014/main" id="{9764EAA6-1FA2-DB6D-DD81-EDAEF45F84FF}"/>
                    </a:ext>
                  </a:extLst>
                </p14:cNvPr>
                <p14:cNvContentPartPr/>
                <p14:nvPr/>
              </p14:nvContentPartPr>
              <p14:xfrm>
                <a:off x="10467298" y="5204930"/>
                <a:ext cx="295560" cy="49320"/>
              </p14:xfrm>
            </p:contentPart>
          </mc:Choice>
          <mc:Fallback xmlns="">
            <p:pic>
              <p:nvPicPr>
                <p:cNvPr id="54" name="インク 53">
                  <a:extLst>
                    <a:ext uri="{FF2B5EF4-FFF2-40B4-BE49-F238E27FC236}">
                      <a16:creationId xmlns:a16="http://schemas.microsoft.com/office/drawing/2014/main" id="{9764EAA6-1FA2-DB6D-DD81-EDAEF45F84F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404298" y="5141930"/>
                  <a:ext cx="4212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5" name="インク 54">
                  <a:extLst>
                    <a:ext uri="{FF2B5EF4-FFF2-40B4-BE49-F238E27FC236}">
                      <a16:creationId xmlns:a16="http://schemas.microsoft.com/office/drawing/2014/main" id="{B2F34F53-6147-7B14-E495-F5418EEBC409}"/>
                    </a:ext>
                  </a:extLst>
                </p14:cNvPr>
                <p14:cNvContentPartPr/>
                <p14:nvPr/>
              </p14:nvContentPartPr>
              <p14:xfrm>
                <a:off x="10577098" y="5157050"/>
                <a:ext cx="153360" cy="59040"/>
              </p14:xfrm>
            </p:contentPart>
          </mc:Choice>
          <mc:Fallback xmlns="">
            <p:pic>
              <p:nvPicPr>
                <p:cNvPr id="55" name="インク 54">
                  <a:extLst>
                    <a:ext uri="{FF2B5EF4-FFF2-40B4-BE49-F238E27FC236}">
                      <a16:creationId xmlns:a16="http://schemas.microsoft.com/office/drawing/2014/main" id="{B2F34F53-6147-7B14-E495-F5418EEBC409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514098" y="5094410"/>
                  <a:ext cx="2790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6" name="インク 55">
                  <a:extLst>
                    <a:ext uri="{FF2B5EF4-FFF2-40B4-BE49-F238E27FC236}">
                      <a16:creationId xmlns:a16="http://schemas.microsoft.com/office/drawing/2014/main" id="{4CD77BA3-A861-D04A-0AC7-58E87DF6114E}"/>
                    </a:ext>
                  </a:extLst>
                </p14:cNvPr>
                <p14:cNvContentPartPr/>
                <p14:nvPr/>
              </p14:nvContentPartPr>
              <p14:xfrm>
                <a:off x="10680778" y="5080370"/>
                <a:ext cx="226440" cy="91440"/>
              </p14:xfrm>
            </p:contentPart>
          </mc:Choice>
          <mc:Fallback xmlns="">
            <p:pic>
              <p:nvPicPr>
                <p:cNvPr id="56" name="インク 55">
                  <a:extLst>
                    <a:ext uri="{FF2B5EF4-FFF2-40B4-BE49-F238E27FC236}">
                      <a16:creationId xmlns:a16="http://schemas.microsoft.com/office/drawing/2014/main" id="{4CD77BA3-A861-D04A-0AC7-58E87DF6114E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617778" y="5017370"/>
                  <a:ext cx="35208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7" name="インク 56">
                  <a:extLst>
                    <a:ext uri="{FF2B5EF4-FFF2-40B4-BE49-F238E27FC236}">
                      <a16:creationId xmlns:a16="http://schemas.microsoft.com/office/drawing/2014/main" id="{AD527FAF-FF89-68F8-90D2-F37D623D1AB2}"/>
                    </a:ext>
                  </a:extLst>
                </p14:cNvPr>
                <p14:cNvContentPartPr/>
                <p14:nvPr/>
              </p14:nvContentPartPr>
              <p14:xfrm>
                <a:off x="10808218" y="4948250"/>
                <a:ext cx="198720" cy="143640"/>
              </p14:xfrm>
            </p:contentPart>
          </mc:Choice>
          <mc:Fallback xmlns="">
            <p:pic>
              <p:nvPicPr>
                <p:cNvPr id="57" name="インク 56">
                  <a:extLst>
                    <a:ext uri="{FF2B5EF4-FFF2-40B4-BE49-F238E27FC236}">
                      <a16:creationId xmlns:a16="http://schemas.microsoft.com/office/drawing/2014/main" id="{AD527FAF-FF89-68F8-90D2-F37D623D1AB2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745578" y="4885610"/>
                  <a:ext cx="32436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9" name="インク 58">
                  <a:extLst>
                    <a:ext uri="{FF2B5EF4-FFF2-40B4-BE49-F238E27FC236}">
                      <a16:creationId xmlns:a16="http://schemas.microsoft.com/office/drawing/2014/main" id="{68D4CDE2-479F-1099-241A-FB7D23F14300}"/>
                    </a:ext>
                  </a:extLst>
                </p14:cNvPr>
                <p14:cNvContentPartPr/>
                <p14:nvPr/>
              </p14:nvContentPartPr>
              <p14:xfrm>
                <a:off x="10950778" y="4835930"/>
                <a:ext cx="137160" cy="137520"/>
              </p14:xfrm>
            </p:contentPart>
          </mc:Choice>
          <mc:Fallback xmlns="">
            <p:pic>
              <p:nvPicPr>
                <p:cNvPr id="59" name="インク 58">
                  <a:extLst>
                    <a:ext uri="{FF2B5EF4-FFF2-40B4-BE49-F238E27FC236}">
                      <a16:creationId xmlns:a16="http://schemas.microsoft.com/office/drawing/2014/main" id="{68D4CDE2-479F-1099-241A-FB7D23F14300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887778" y="4772930"/>
                  <a:ext cx="26280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61" name="インク 60">
                  <a:extLst>
                    <a:ext uri="{FF2B5EF4-FFF2-40B4-BE49-F238E27FC236}">
                      <a16:creationId xmlns:a16="http://schemas.microsoft.com/office/drawing/2014/main" id="{E4224E6E-E265-A27A-6ACC-659BFDF8732F}"/>
                    </a:ext>
                  </a:extLst>
                </p14:cNvPr>
                <p14:cNvContentPartPr/>
                <p14:nvPr/>
              </p14:nvContentPartPr>
              <p14:xfrm>
                <a:off x="11204578" y="4454330"/>
                <a:ext cx="82080" cy="237960"/>
              </p14:xfrm>
            </p:contentPart>
          </mc:Choice>
          <mc:Fallback xmlns="">
            <p:pic>
              <p:nvPicPr>
                <p:cNvPr id="61" name="インク 60">
                  <a:extLst>
                    <a:ext uri="{FF2B5EF4-FFF2-40B4-BE49-F238E27FC236}">
                      <a16:creationId xmlns:a16="http://schemas.microsoft.com/office/drawing/2014/main" id="{E4224E6E-E265-A27A-6ACC-659BFDF8732F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1141578" y="4391690"/>
                  <a:ext cx="20772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62" name="インク 61">
                  <a:extLst>
                    <a:ext uri="{FF2B5EF4-FFF2-40B4-BE49-F238E27FC236}">
                      <a16:creationId xmlns:a16="http://schemas.microsoft.com/office/drawing/2014/main" id="{10A57C8F-3717-882C-3C6E-C004AF8315FC}"/>
                    </a:ext>
                  </a:extLst>
                </p14:cNvPr>
                <p14:cNvContentPartPr/>
                <p14:nvPr/>
              </p14:nvContentPartPr>
              <p14:xfrm>
                <a:off x="11065978" y="4591490"/>
                <a:ext cx="178200" cy="247320"/>
              </p14:xfrm>
            </p:contentPart>
          </mc:Choice>
          <mc:Fallback xmlns="">
            <p:pic>
              <p:nvPicPr>
                <p:cNvPr id="62" name="インク 61">
                  <a:extLst>
                    <a:ext uri="{FF2B5EF4-FFF2-40B4-BE49-F238E27FC236}">
                      <a16:creationId xmlns:a16="http://schemas.microsoft.com/office/drawing/2014/main" id="{10A57C8F-3717-882C-3C6E-C004AF8315F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1003338" y="4528490"/>
                  <a:ext cx="30384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3" name="インク 62">
                  <a:extLst>
                    <a:ext uri="{FF2B5EF4-FFF2-40B4-BE49-F238E27FC236}">
                      <a16:creationId xmlns:a16="http://schemas.microsoft.com/office/drawing/2014/main" id="{C49CE3C9-2F6A-9AA4-6ED8-7F859EBDFCD8}"/>
                    </a:ext>
                  </a:extLst>
                </p14:cNvPr>
                <p14:cNvContentPartPr/>
                <p14:nvPr/>
              </p14:nvContentPartPr>
              <p14:xfrm>
                <a:off x="10876978" y="4623170"/>
                <a:ext cx="514800" cy="675000"/>
              </p14:xfrm>
            </p:contentPart>
          </mc:Choice>
          <mc:Fallback xmlns="">
            <p:pic>
              <p:nvPicPr>
                <p:cNvPr id="63" name="インク 62">
                  <a:extLst>
                    <a:ext uri="{FF2B5EF4-FFF2-40B4-BE49-F238E27FC236}">
                      <a16:creationId xmlns:a16="http://schemas.microsoft.com/office/drawing/2014/main" id="{C49CE3C9-2F6A-9AA4-6ED8-7F859EBDFCD8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813978" y="4560530"/>
                  <a:ext cx="640440" cy="80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4" name="インク 63">
                  <a:extLst>
                    <a:ext uri="{FF2B5EF4-FFF2-40B4-BE49-F238E27FC236}">
                      <a16:creationId xmlns:a16="http://schemas.microsoft.com/office/drawing/2014/main" id="{44F895BD-D024-713A-56C3-24D5D3685F7F}"/>
                    </a:ext>
                  </a:extLst>
                </p14:cNvPr>
                <p14:cNvContentPartPr/>
                <p14:nvPr/>
              </p14:nvContentPartPr>
              <p14:xfrm>
                <a:off x="9023338" y="4898930"/>
                <a:ext cx="541440" cy="387360"/>
              </p14:xfrm>
            </p:contentPart>
          </mc:Choice>
          <mc:Fallback xmlns="">
            <p:pic>
              <p:nvPicPr>
                <p:cNvPr id="64" name="インク 63">
                  <a:extLst>
                    <a:ext uri="{FF2B5EF4-FFF2-40B4-BE49-F238E27FC236}">
                      <a16:creationId xmlns:a16="http://schemas.microsoft.com/office/drawing/2014/main" id="{44F895BD-D024-713A-56C3-24D5D3685F7F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960698" y="4836290"/>
                  <a:ext cx="667080" cy="51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70" name="インク 69">
                <a:extLst>
                  <a:ext uri="{FF2B5EF4-FFF2-40B4-BE49-F238E27FC236}">
                    <a16:creationId xmlns:a16="http://schemas.microsoft.com/office/drawing/2014/main" id="{42D664A9-7820-889B-4DDF-481E0A47DC4D}"/>
                  </a:ext>
                </a:extLst>
              </p14:cNvPr>
              <p14:cNvContentPartPr/>
              <p14:nvPr/>
            </p14:nvContentPartPr>
            <p14:xfrm>
              <a:off x="7910970" y="2319249"/>
              <a:ext cx="135720" cy="677520"/>
            </p14:xfrm>
          </p:contentPart>
        </mc:Choice>
        <mc:Fallback xmlns="">
          <p:pic>
            <p:nvPicPr>
              <p:cNvPr id="70" name="インク 69">
                <a:extLst>
                  <a:ext uri="{FF2B5EF4-FFF2-40B4-BE49-F238E27FC236}">
                    <a16:creationId xmlns:a16="http://schemas.microsoft.com/office/drawing/2014/main" id="{42D664A9-7820-889B-4DDF-481E0A47DC4D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7847970" y="2256609"/>
                <a:ext cx="261360" cy="80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71" name="インク 70">
                <a:extLst>
                  <a:ext uri="{FF2B5EF4-FFF2-40B4-BE49-F238E27FC236}">
                    <a16:creationId xmlns:a16="http://schemas.microsoft.com/office/drawing/2014/main" id="{87B0F547-E3E0-1D1B-DD65-4CC44BD66754}"/>
                  </a:ext>
                </a:extLst>
              </p14:cNvPr>
              <p14:cNvContentPartPr/>
              <p14:nvPr/>
            </p14:nvContentPartPr>
            <p14:xfrm>
              <a:off x="8001330" y="2767809"/>
              <a:ext cx="50400" cy="423360"/>
            </p14:xfrm>
          </p:contentPart>
        </mc:Choice>
        <mc:Fallback xmlns="">
          <p:pic>
            <p:nvPicPr>
              <p:cNvPr id="71" name="インク 70">
                <a:extLst>
                  <a:ext uri="{FF2B5EF4-FFF2-40B4-BE49-F238E27FC236}">
                    <a16:creationId xmlns:a16="http://schemas.microsoft.com/office/drawing/2014/main" id="{87B0F547-E3E0-1D1B-DD65-4CC44BD66754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7938330" y="2704809"/>
                <a:ext cx="176040" cy="54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72" name="インク 71">
                <a:extLst>
                  <a:ext uri="{FF2B5EF4-FFF2-40B4-BE49-F238E27FC236}">
                    <a16:creationId xmlns:a16="http://schemas.microsoft.com/office/drawing/2014/main" id="{D06AB47C-7BE1-44FF-AACB-2682656A2F9D}"/>
                  </a:ext>
                </a:extLst>
              </p14:cNvPr>
              <p14:cNvContentPartPr/>
              <p14:nvPr/>
            </p14:nvContentPartPr>
            <p14:xfrm>
              <a:off x="7994490" y="2958969"/>
              <a:ext cx="49320" cy="664920"/>
            </p14:xfrm>
          </p:contentPart>
        </mc:Choice>
        <mc:Fallback xmlns="">
          <p:pic>
            <p:nvPicPr>
              <p:cNvPr id="72" name="インク 71">
                <a:extLst>
                  <a:ext uri="{FF2B5EF4-FFF2-40B4-BE49-F238E27FC236}">
                    <a16:creationId xmlns:a16="http://schemas.microsoft.com/office/drawing/2014/main" id="{D06AB47C-7BE1-44FF-AACB-2682656A2F9D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7931850" y="2895969"/>
                <a:ext cx="174960" cy="79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73" name="インク 72">
                <a:extLst>
                  <a:ext uri="{FF2B5EF4-FFF2-40B4-BE49-F238E27FC236}">
                    <a16:creationId xmlns:a16="http://schemas.microsoft.com/office/drawing/2014/main" id="{669F36BC-ED7E-F6DB-C74A-0C5604EC7895}"/>
                  </a:ext>
                </a:extLst>
              </p14:cNvPr>
              <p14:cNvContentPartPr/>
              <p14:nvPr/>
            </p14:nvContentPartPr>
            <p14:xfrm>
              <a:off x="7980810" y="3188872"/>
              <a:ext cx="63000" cy="1325520"/>
            </p14:xfrm>
          </p:contentPart>
        </mc:Choice>
        <mc:Fallback xmlns="">
          <p:pic>
            <p:nvPicPr>
              <p:cNvPr id="73" name="インク 72">
                <a:extLst>
                  <a:ext uri="{FF2B5EF4-FFF2-40B4-BE49-F238E27FC236}">
                    <a16:creationId xmlns:a16="http://schemas.microsoft.com/office/drawing/2014/main" id="{669F36BC-ED7E-F6DB-C74A-0C5604EC7895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7917810" y="3125872"/>
                <a:ext cx="188640" cy="145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74" name="インク 73">
                <a:extLst>
                  <a:ext uri="{FF2B5EF4-FFF2-40B4-BE49-F238E27FC236}">
                    <a16:creationId xmlns:a16="http://schemas.microsoft.com/office/drawing/2014/main" id="{6123D29D-72A8-9F14-AB7A-6EF93A560829}"/>
                  </a:ext>
                </a:extLst>
              </p14:cNvPr>
              <p14:cNvContentPartPr/>
              <p14:nvPr/>
            </p14:nvContentPartPr>
            <p14:xfrm>
              <a:off x="7983330" y="3253312"/>
              <a:ext cx="25920" cy="1301760"/>
            </p14:xfrm>
          </p:contentPart>
        </mc:Choice>
        <mc:Fallback xmlns="">
          <p:pic>
            <p:nvPicPr>
              <p:cNvPr id="74" name="インク 73">
                <a:extLst>
                  <a:ext uri="{FF2B5EF4-FFF2-40B4-BE49-F238E27FC236}">
                    <a16:creationId xmlns:a16="http://schemas.microsoft.com/office/drawing/2014/main" id="{6123D29D-72A8-9F14-AB7A-6EF93A560829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7920690" y="3190312"/>
                <a:ext cx="151560" cy="142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1">
            <p14:nvContentPartPr>
              <p14:cNvPr id="76" name="インク 75">
                <a:extLst>
                  <a:ext uri="{FF2B5EF4-FFF2-40B4-BE49-F238E27FC236}">
                    <a16:creationId xmlns:a16="http://schemas.microsoft.com/office/drawing/2014/main" id="{68F231AA-8579-AA0D-4AB7-4204291EBBCA}"/>
                  </a:ext>
                </a:extLst>
              </p14:cNvPr>
              <p14:cNvContentPartPr/>
              <p14:nvPr/>
            </p14:nvContentPartPr>
            <p14:xfrm>
              <a:off x="7984245" y="2941820"/>
              <a:ext cx="274680" cy="255960"/>
            </p14:xfrm>
          </p:contentPart>
        </mc:Choice>
        <mc:Fallback xmlns="">
          <p:pic>
            <p:nvPicPr>
              <p:cNvPr id="76" name="インク 75">
                <a:extLst>
                  <a:ext uri="{FF2B5EF4-FFF2-40B4-BE49-F238E27FC236}">
                    <a16:creationId xmlns:a16="http://schemas.microsoft.com/office/drawing/2014/main" id="{68F231AA-8579-AA0D-4AB7-4204291EBBCA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7921605" y="2878820"/>
                <a:ext cx="400320" cy="38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77" name="インク 76">
                <a:extLst>
                  <a:ext uri="{FF2B5EF4-FFF2-40B4-BE49-F238E27FC236}">
                    <a16:creationId xmlns:a16="http://schemas.microsoft.com/office/drawing/2014/main" id="{6A029F87-0A2D-F0AA-98CD-93D68DB354FF}"/>
                  </a:ext>
                </a:extLst>
              </p14:cNvPr>
              <p14:cNvContentPartPr/>
              <p14:nvPr/>
            </p14:nvContentPartPr>
            <p14:xfrm>
              <a:off x="8000085" y="2825540"/>
              <a:ext cx="72360" cy="90360"/>
            </p14:xfrm>
          </p:contentPart>
        </mc:Choice>
        <mc:Fallback xmlns="">
          <p:pic>
            <p:nvPicPr>
              <p:cNvPr id="77" name="インク 76">
                <a:extLst>
                  <a:ext uri="{FF2B5EF4-FFF2-40B4-BE49-F238E27FC236}">
                    <a16:creationId xmlns:a16="http://schemas.microsoft.com/office/drawing/2014/main" id="{6A029F87-0A2D-F0AA-98CD-93D68DB354FF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7937445" y="2762900"/>
                <a:ext cx="19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78" name="インク 77">
                <a:extLst>
                  <a:ext uri="{FF2B5EF4-FFF2-40B4-BE49-F238E27FC236}">
                    <a16:creationId xmlns:a16="http://schemas.microsoft.com/office/drawing/2014/main" id="{ECE69E99-E4C3-7E69-6BDB-DB3F9AF5530B}"/>
                  </a:ext>
                </a:extLst>
              </p14:cNvPr>
              <p14:cNvContentPartPr/>
              <p14:nvPr/>
            </p14:nvContentPartPr>
            <p14:xfrm>
              <a:off x="7984245" y="2390660"/>
              <a:ext cx="36360" cy="214920"/>
            </p14:xfrm>
          </p:contentPart>
        </mc:Choice>
        <mc:Fallback xmlns="">
          <p:pic>
            <p:nvPicPr>
              <p:cNvPr id="78" name="インク 77">
                <a:extLst>
                  <a:ext uri="{FF2B5EF4-FFF2-40B4-BE49-F238E27FC236}">
                    <a16:creationId xmlns:a16="http://schemas.microsoft.com/office/drawing/2014/main" id="{ECE69E99-E4C3-7E69-6BDB-DB3F9AF5530B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7921245" y="2327660"/>
                <a:ext cx="162000" cy="34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79" name="インク 78">
                <a:extLst>
                  <a:ext uri="{FF2B5EF4-FFF2-40B4-BE49-F238E27FC236}">
                    <a16:creationId xmlns:a16="http://schemas.microsoft.com/office/drawing/2014/main" id="{02472C56-60DF-3B01-0D46-A2490BEEFBFE}"/>
                  </a:ext>
                </a:extLst>
              </p14:cNvPr>
              <p14:cNvContentPartPr/>
              <p14:nvPr/>
            </p14:nvContentPartPr>
            <p14:xfrm>
              <a:off x="7978485" y="3294986"/>
              <a:ext cx="65880" cy="87480"/>
            </p14:xfrm>
          </p:contentPart>
        </mc:Choice>
        <mc:Fallback xmlns="">
          <p:pic>
            <p:nvPicPr>
              <p:cNvPr id="79" name="インク 78">
                <a:extLst>
                  <a:ext uri="{FF2B5EF4-FFF2-40B4-BE49-F238E27FC236}">
                    <a16:creationId xmlns:a16="http://schemas.microsoft.com/office/drawing/2014/main" id="{02472C56-60DF-3B01-0D46-A2490BEEFBFE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7915845" y="3232346"/>
                <a:ext cx="191520" cy="21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82" name="グループ化 81">
            <a:extLst>
              <a:ext uri="{FF2B5EF4-FFF2-40B4-BE49-F238E27FC236}">
                <a16:creationId xmlns:a16="http://schemas.microsoft.com/office/drawing/2014/main" id="{536811FF-F65F-181B-1C34-7EA54E7C0C7E}"/>
              </a:ext>
            </a:extLst>
          </p:cNvPr>
          <p:cNvGrpSpPr/>
          <p:nvPr/>
        </p:nvGrpSpPr>
        <p:grpSpPr>
          <a:xfrm>
            <a:off x="7982445" y="3479850"/>
            <a:ext cx="44640" cy="386640"/>
            <a:chOff x="8345767" y="3545467"/>
            <a:chExt cx="44640" cy="38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80" name="インク 79">
                  <a:extLst>
                    <a:ext uri="{FF2B5EF4-FFF2-40B4-BE49-F238E27FC236}">
                      <a16:creationId xmlns:a16="http://schemas.microsoft.com/office/drawing/2014/main" id="{2F2C729D-9CB7-ABE7-5592-B6A25D36960E}"/>
                    </a:ext>
                  </a:extLst>
                </p14:cNvPr>
                <p14:cNvContentPartPr/>
                <p14:nvPr/>
              </p14:nvContentPartPr>
              <p14:xfrm>
                <a:off x="8345767" y="3547267"/>
                <a:ext cx="30240" cy="384840"/>
              </p14:xfrm>
            </p:contentPart>
          </mc:Choice>
          <mc:Fallback xmlns="">
            <p:pic>
              <p:nvPicPr>
                <p:cNvPr id="80" name="インク 79">
                  <a:extLst>
                    <a:ext uri="{FF2B5EF4-FFF2-40B4-BE49-F238E27FC236}">
                      <a16:creationId xmlns:a16="http://schemas.microsoft.com/office/drawing/2014/main" id="{2F2C729D-9CB7-ABE7-5592-B6A25D36960E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283127" y="3484627"/>
                  <a:ext cx="15588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81" name="インク 80">
                  <a:extLst>
                    <a:ext uri="{FF2B5EF4-FFF2-40B4-BE49-F238E27FC236}">
                      <a16:creationId xmlns:a16="http://schemas.microsoft.com/office/drawing/2014/main" id="{2B080204-5826-752C-D1D8-5677C56A589F}"/>
                    </a:ext>
                  </a:extLst>
                </p14:cNvPr>
                <p14:cNvContentPartPr/>
                <p14:nvPr/>
              </p14:nvContentPartPr>
              <p14:xfrm>
                <a:off x="8349727" y="3545467"/>
                <a:ext cx="40680" cy="69840"/>
              </p14:xfrm>
            </p:contentPart>
          </mc:Choice>
          <mc:Fallback xmlns="">
            <p:pic>
              <p:nvPicPr>
                <p:cNvPr id="81" name="インク 80">
                  <a:extLst>
                    <a:ext uri="{FF2B5EF4-FFF2-40B4-BE49-F238E27FC236}">
                      <a16:creationId xmlns:a16="http://schemas.microsoft.com/office/drawing/2014/main" id="{2B080204-5826-752C-D1D8-5677C56A589F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287087" y="3482467"/>
                  <a:ext cx="166320" cy="195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84" name="インク 83">
                <a:extLst>
                  <a:ext uri="{FF2B5EF4-FFF2-40B4-BE49-F238E27FC236}">
                    <a16:creationId xmlns:a16="http://schemas.microsoft.com/office/drawing/2014/main" id="{03CC6609-9DD5-BCE6-D816-71FD25198101}"/>
                  </a:ext>
                </a:extLst>
              </p14:cNvPr>
              <p14:cNvContentPartPr/>
              <p14:nvPr/>
            </p14:nvContentPartPr>
            <p14:xfrm>
              <a:off x="8010885" y="3542855"/>
              <a:ext cx="720" cy="629280"/>
            </p14:xfrm>
          </p:contentPart>
        </mc:Choice>
        <mc:Fallback xmlns="">
          <p:pic>
            <p:nvPicPr>
              <p:cNvPr id="84" name="インク 83">
                <a:extLst>
                  <a:ext uri="{FF2B5EF4-FFF2-40B4-BE49-F238E27FC236}">
                    <a16:creationId xmlns:a16="http://schemas.microsoft.com/office/drawing/2014/main" id="{03CC6609-9DD5-BCE6-D816-71FD25198101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7884885" y="3480215"/>
                <a:ext cx="252000" cy="75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88" name="インク 87">
                <a:extLst>
                  <a:ext uri="{FF2B5EF4-FFF2-40B4-BE49-F238E27FC236}">
                    <a16:creationId xmlns:a16="http://schemas.microsoft.com/office/drawing/2014/main" id="{B56E0F65-67BD-41C1-2B45-627559B3D8A9}"/>
                  </a:ext>
                </a:extLst>
              </p14:cNvPr>
              <p14:cNvContentPartPr/>
              <p14:nvPr/>
            </p14:nvContentPartPr>
            <p14:xfrm>
              <a:off x="8042565" y="4394448"/>
              <a:ext cx="279360" cy="268920"/>
            </p14:xfrm>
          </p:contentPart>
        </mc:Choice>
        <mc:Fallback xmlns="">
          <p:pic>
            <p:nvPicPr>
              <p:cNvPr id="88" name="インク 87">
                <a:extLst>
                  <a:ext uri="{FF2B5EF4-FFF2-40B4-BE49-F238E27FC236}">
                    <a16:creationId xmlns:a16="http://schemas.microsoft.com/office/drawing/2014/main" id="{B56E0F65-67BD-41C1-2B45-627559B3D8A9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7979565" y="4331808"/>
                <a:ext cx="405000" cy="39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92" name="インク 91">
                <a:extLst>
                  <a:ext uri="{FF2B5EF4-FFF2-40B4-BE49-F238E27FC236}">
                    <a16:creationId xmlns:a16="http://schemas.microsoft.com/office/drawing/2014/main" id="{B2920C11-724C-ECB2-1769-DAEEEC2C46C7}"/>
                  </a:ext>
                </a:extLst>
              </p14:cNvPr>
              <p14:cNvContentPartPr/>
              <p14:nvPr/>
            </p14:nvContentPartPr>
            <p14:xfrm>
              <a:off x="7925205" y="4397328"/>
              <a:ext cx="141840" cy="244080"/>
            </p14:xfrm>
          </p:contentPart>
        </mc:Choice>
        <mc:Fallback xmlns="">
          <p:pic>
            <p:nvPicPr>
              <p:cNvPr id="92" name="インク 91">
                <a:extLst>
                  <a:ext uri="{FF2B5EF4-FFF2-40B4-BE49-F238E27FC236}">
                    <a16:creationId xmlns:a16="http://schemas.microsoft.com/office/drawing/2014/main" id="{B2920C11-724C-ECB2-1769-DAEEEC2C46C7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7916565" y="4388688"/>
                <a:ext cx="159480" cy="26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9">
            <p14:nvContentPartPr>
              <p14:cNvPr id="93" name="インク 92">
                <a:extLst>
                  <a:ext uri="{FF2B5EF4-FFF2-40B4-BE49-F238E27FC236}">
                    <a16:creationId xmlns:a16="http://schemas.microsoft.com/office/drawing/2014/main" id="{A506D2A6-239A-33B1-66B0-BBE848443C59}"/>
                  </a:ext>
                </a:extLst>
              </p14:cNvPr>
              <p14:cNvContentPartPr/>
              <p14:nvPr/>
            </p14:nvContentPartPr>
            <p14:xfrm>
              <a:off x="7938165" y="5070000"/>
              <a:ext cx="78840" cy="128160"/>
            </p14:xfrm>
          </p:contentPart>
        </mc:Choice>
        <mc:Fallback xmlns="">
          <p:pic>
            <p:nvPicPr>
              <p:cNvPr id="93" name="インク 92">
                <a:extLst>
                  <a:ext uri="{FF2B5EF4-FFF2-40B4-BE49-F238E27FC236}">
                    <a16:creationId xmlns:a16="http://schemas.microsoft.com/office/drawing/2014/main" id="{A506D2A6-239A-33B1-66B0-BBE848443C59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7929165" y="5061360"/>
                <a:ext cx="96480" cy="14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95" name="インク 94">
                <a:extLst>
                  <a:ext uri="{FF2B5EF4-FFF2-40B4-BE49-F238E27FC236}">
                    <a16:creationId xmlns:a16="http://schemas.microsoft.com/office/drawing/2014/main" id="{D41DB175-9A39-AFBB-53AF-FE31602541AA}"/>
                  </a:ext>
                </a:extLst>
              </p14:cNvPr>
              <p14:cNvContentPartPr/>
              <p14:nvPr/>
            </p14:nvContentPartPr>
            <p14:xfrm>
              <a:off x="612744" y="2395063"/>
              <a:ext cx="116640" cy="589320"/>
            </p14:xfrm>
          </p:contentPart>
        </mc:Choice>
        <mc:Fallback xmlns="">
          <p:pic>
            <p:nvPicPr>
              <p:cNvPr id="95" name="インク 94">
                <a:extLst>
                  <a:ext uri="{FF2B5EF4-FFF2-40B4-BE49-F238E27FC236}">
                    <a16:creationId xmlns:a16="http://schemas.microsoft.com/office/drawing/2014/main" id="{D41DB175-9A39-AFBB-53AF-FE31602541AA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604104" y="2386423"/>
                <a:ext cx="134280" cy="606960"/>
              </a:xfrm>
              <a:prstGeom prst="rect">
                <a:avLst/>
              </a:prstGeom>
            </p:spPr>
          </p:pic>
        </mc:Fallback>
      </mc:AlternateContent>
      <p:sp>
        <p:nvSpPr>
          <p:cNvPr id="129" name="テキスト ボックス 128">
            <a:extLst>
              <a:ext uri="{FF2B5EF4-FFF2-40B4-BE49-F238E27FC236}">
                <a16:creationId xmlns:a16="http://schemas.microsoft.com/office/drawing/2014/main" id="{8D11FD47-4A58-8BAF-8222-7264202BC504}"/>
              </a:ext>
            </a:extLst>
          </p:cNvPr>
          <p:cNvSpPr txBox="1"/>
          <p:nvPr/>
        </p:nvSpPr>
        <p:spPr>
          <a:xfrm>
            <a:off x="3166715" y="2385636"/>
            <a:ext cx="638128" cy="64633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游ゴシック" panose="020B0400000000000000" pitchFamily="50" charset="-128"/>
                <a:cs typeface="+mn-cs"/>
              </a:rPr>
              <a:t>W</a:t>
            </a:r>
            <a:endParaRPr kumimoji="1" lang="ja-JP" alt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游ゴシック" panose="020B0400000000000000" pitchFamily="50" charset="-128"/>
              <a:cs typeface="+mn-cs"/>
            </a:endParaRPr>
          </a:p>
        </p:txBody>
      </p:sp>
      <p:sp>
        <p:nvSpPr>
          <p:cNvPr id="130" name="テキスト ボックス 129">
            <a:extLst>
              <a:ext uri="{FF2B5EF4-FFF2-40B4-BE49-F238E27FC236}">
                <a16:creationId xmlns:a16="http://schemas.microsoft.com/office/drawing/2014/main" id="{177695B4-EBAE-EAB1-C356-D2D5D6A65002}"/>
              </a:ext>
            </a:extLst>
          </p:cNvPr>
          <p:cNvSpPr txBox="1"/>
          <p:nvPr/>
        </p:nvSpPr>
        <p:spPr>
          <a:xfrm>
            <a:off x="2180212" y="3309399"/>
            <a:ext cx="638128" cy="64633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游ゴシック" panose="020B0400000000000000" pitchFamily="50" charset="-128"/>
                <a:cs typeface="+mn-cs"/>
              </a:rPr>
              <a:t>A</a:t>
            </a:r>
            <a:endParaRPr kumimoji="1" lang="ja-JP" alt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游ゴシック" panose="020B0400000000000000" pitchFamily="50" charset="-128"/>
              <a:cs typeface="+mn-cs"/>
            </a:endParaRPr>
          </a:p>
        </p:txBody>
      </p:sp>
      <p:sp>
        <p:nvSpPr>
          <p:cNvPr id="131" name="テキスト ボックス 130">
            <a:extLst>
              <a:ext uri="{FF2B5EF4-FFF2-40B4-BE49-F238E27FC236}">
                <a16:creationId xmlns:a16="http://schemas.microsoft.com/office/drawing/2014/main" id="{48FAA959-8A44-8FB0-8B30-F06607B6CE5F}"/>
              </a:ext>
            </a:extLst>
          </p:cNvPr>
          <p:cNvSpPr txBox="1"/>
          <p:nvPr/>
        </p:nvSpPr>
        <p:spPr>
          <a:xfrm>
            <a:off x="3184449" y="4201300"/>
            <a:ext cx="638128" cy="64633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游ゴシック" panose="020B0400000000000000" pitchFamily="50" charset="-128"/>
                <a:cs typeface="+mn-cs"/>
              </a:rPr>
              <a:t>S</a:t>
            </a:r>
            <a:endParaRPr kumimoji="1" lang="ja-JP" alt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游ゴシック" panose="020B0400000000000000" pitchFamily="50" charset="-128"/>
              <a:cs typeface="+mn-cs"/>
            </a:endParaRPr>
          </a:p>
        </p:txBody>
      </p:sp>
      <p:sp>
        <p:nvSpPr>
          <p:cNvPr id="132" name="テキスト ボックス 131">
            <a:extLst>
              <a:ext uri="{FF2B5EF4-FFF2-40B4-BE49-F238E27FC236}">
                <a16:creationId xmlns:a16="http://schemas.microsoft.com/office/drawing/2014/main" id="{38F71D69-B36E-F803-1A70-8167C3EA15AD}"/>
              </a:ext>
            </a:extLst>
          </p:cNvPr>
          <p:cNvSpPr txBox="1"/>
          <p:nvPr/>
        </p:nvSpPr>
        <p:spPr>
          <a:xfrm>
            <a:off x="4188688" y="3309399"/>
            <a:ext cx="638128" cy="64633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游ゴシック" panose="020B0400000000000000" pitchFamily="50" charset="-128"/>
                <a:cs typeface="+mn-cs"/>
              </a:rPr>
              <a:t>D</a:t>
            </a:r>
            <a:endParaRPr kumimoji="1" lang="ja-JP" alt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游ゴシック" panose="020B0400000000000000" pitchFamily="50" charset="-128"/>
              <a:cs typeface="+mn-cs"/>
            </a:endParaRPr>
          </a:p>
        </p:txBody>
      </p:sp>
      <p:sp>
        <p:nvSpPr>
          <p:cNvPr id="133" name="矢印: 右 132">
            <a:extLst>
              <a:ext uri="{FF2B5EF4-FFF2-40B4-BE49-F238E27FC236}">
                <a16:creationId xmlns:a16="http://schemas.microsoft.com/office/drawing/2014/main" id="{29A4DDC4-FBA5-0A57-1345-DC9C92BB7E3B}"/>
              </a:ext>
            </a:extLst>
          </p:cNvPr>
          <p:cNvSpPr/>
          <p:nvPr/>
        </p:nvSpPr>
        <p:spPr>
          <a:xfrm>
            <a:off x="5024950" y="3297874"/>
            <a:ext cx="825673" cy="677618"/>
          </a:xfrm>
          <a:prstGeom prst="right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游ゴシック" panose="020B0400000000000000" pitchFamily="50" charset="-128"/>
              <a:cs typeface="+mn-cs"/>
            </a:endParaRPr>
          </a:p>
        </p:txBody>
      </p:sp>
      <p:sp>
        <p:nvSpPr>
          <p:cNvPr id="134" name="矢印: 右 133">
            <a:extLst>
              <a:ext uri="{FF2B5EF4-FFF2-40B4-BE49-F238E27FC236}">
                <a16:creationId xmlns:a16="http://schemas.microsoft.com/office/drawing/2014/main" id="{667181E1-7672-D8AF-74DB-8E1CB6817083}"/>
              </a:ext>
            </a:extLst>
          </p:cNvPr>
          <p:cNvSpPr/>
          <p:nvPr/>
        </p:nvSpPr>
        <p:spPr>
          <a:xfrm rot="16200000">
            <a:off x="3090678" y="1455194"/>
            <a:ext cx="825673" cy="677618"/>
          </a:xfrm>
          <a:prstGeom prst="right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游ゴシック" panose="020B0400000000000000" pitchFamily="50" charset="-128"/>
              <a:cs typeface="+mn-cs"/>
            </a:endParaRPr>
          </a:p>
        </p:txBody>
      </p:sp>
      <p:sp>
        <p:nvSpPr>
          <p:cNvPr id="135" name="矢印: 右 134">
            <a:extLst>
              <a:ext uri="{FF2B5EF4-FFF2-40B4-BE49-F238E27FC236}">
                <a16:creationId xmlns:a16="http://schemas.microsoft.com/office/drawing/2014/main" id="{C718B3FD-2249-9ACB-7DDD-4513277EA2AB}"/>
              </a:ext>
            </a:extLst>
          </p:cNvPr>
          <p:cNvSpPr/>
          <p:nvPr/>
        </p:nvSpPr>
        <p:spPr>
          <a:xfrm rot="5400000">
            <a:off x="3090676" y="5087727"/>
            <a:ext cx="825673" cy="677618"/>
          </a:xfrm>
          <a:prstGeom prst="right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游ゴシック" panose="020B0400000000000000" pitchFamily="50" charset="-128"/>
              <a:cs typeface="+mn-cs"/>
            </a:endParaRPr>
          </a:p>
        </p:txBody>
      </p:sp>
      <p:sp>
        <p:nvSpPr>
          <p:cNvPr id="136" name="矢印: 右 135">
            <a:extLst>
              <a:ext uri="{FF2B5EF4-FFF2-40B4-BE49-F238E27FC236}">
                <a16:creationId xmlns:a16="http://schemas.microsoft.com/office/drawing/2014/main" id="{83B65279-315D-8B95-32AE-F291BFDCCB87}"/>
              </a:ext>
            </a:extLst>
          </p:cNvPr>
          <p:cNvSpPr/>
          <p:nvPr/>
        </p:nvSpPr>
        <p:spPr>
          <a:xfrm rot="10800000">
            <a:off x="1076424" y="3278112"/>
            <a:ext cx="825673" cy="677618"/>
          </a:xfrm>
          <a:prstGeom prst="right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游ゴシック" panose="020B0400000000000000" pitchFamily="50" charset="-128"/>
              <a:cs typeface="+mn-cs"/>
            </a:endParaRPr>
          </a:p>
        </p:txBody>
      </p:sp>
      <p:sp>
        <p:nvSpPr>
          <p:cNvPr id="138" name="テキスト ボックス 137">
            <a:extLst>
              <a:ext uri="{FF2B5EF4-FFF2-40B4-BE49-F238E27FC236}">
                <a16:creationId xmlns:a16="http://schemas.microsoft.com/office/drawing/2014/main" id="{28698ADC-2A8B-8C83-8263-AC2C9720CE82}"/>
              </a:ext>
            </a:extLst>
          </p:cNvPr>
          <p:cNvSpPr txBox="1"/>
          <p:nvPr/>
        </p:nvSpPr>
        <p:spPr>
          <a:xfrm>
            <a:off x="4726787" y="841330"/>
            <a:ext cx="51822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GS行書体" panose="03000600000000000000" pitchFamily="66" charset="-128"/>
                <a:ea typeface="HGS行書体" panose="03000600000000000000" pitchFamily="66" charset="-128"/>
                <a:cs typeface="+mn-cs"/>
              </a:rPr>
              <a:t>左クリック</a:t>
            </a:r>
            <a:endParaRPr kumimoji="1" lang="en-US" altLang="ja-JP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GS行書体" panose="03000600000000000000" pitchFamily="66" charset="-128"/>
              <a:ea typeface="HGS行書体" panose="03000600000000000000" pitchFamily="66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GS行書体" panose="03000600000000000000" pitchFamily="66" charset="-128"/>
                <a:ea typeface="HGS行書体" panose="03000600000000000000" pitchFamily="66" charset="-128"/>
                <a:cs typeface="+mn-cs"/>
              </a:rPr>
              <a:t>建築物の建設</a:t>
            </a:r>
            <a:r>
              <a:rPr kumimoji="1" lang="en-US" altLang="ja-JP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GS行書体" panose="03000600000000000000" pitchFamily="66" charset="-128"/>
                <a:ea typeface="HGS行書体" panose="03000600000000000000" pitchFamily="66" charset="-128"/>
                <a:cs typeface="+mn-cs"/>
              </a:rPr>
              <a:t>/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GS行書体" panose="03000600000000000000" pitchFamily="66" charset="-128"/>
                <a:ea typeface="HGS行書体" panose="03000600000000000000" pitchFamily="66" charset="-128"/>
                <a:cs typeface="+mn-cs"/>
              </a:rPr>
              <a:t>ユニットの生成</a:t>
            </a:r>
            <a:r>
              <a:rPr kumimoji="1" lang="en-US" altLang="ja-JP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GS行書体" panose="03000600000000000000" pitchFamily="66" charset="-128"/>
                <a:ea typeface="HGS行書体" panose="03000600000000000000" pitchFamily="66" charset="-128"/>
                <a:cs typeface="+mn-cs"/>
              </a:rPr>
              <a:t>/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GS行書体" panose="03000600000000000000" pitchFamily="66" charset="-128"/>
                <a:ea typeface="HGS行書体" panose="03000600000000000000" pitchFamily="66" charset="-128"/>
                <a:cs typeface="+mn-cs"/>
              </a:rPr>
              <a:t>ユニットの選択</a:t>
            </a:r>
          </a:p>
        </p:txBody>
      </p:sp>
      <p:sp>
        <p:nvSpPr>
          <p:cNvPr id="139" name="矢印: 右 138">
            <a:extLst>
              <a:ext uri="{FF2B5EF4-FFF2-40B4-BE49-F238E27FC236}">
                <a16:creationId xmlns:a16="http://schemas.microsoft.com/office/drawing/2014/main" id="{27397A15-1415-0C54-5493-3FD9382B7D28}"/>
              </a:ext>
            </a:extLst>
          </p:cNvPr>
          <p:cNvSpPr/>
          <p:nvPr/>
        </p:nvSpPr>
        <p:spPr>
          <a:xfrm rot="2454046">
            <a:off x="8176104" y="2159943"/>
            <a:ext cx="1442672" cy="244053"/>
          </a:xfrm>
          <a:prstGeom prst="right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游ゴシック" panose="020B0400000000000000" pitchFamily="50" charset="-128"/>
              <a:cs typeface="+mn-cs"/>
            </a:endParaRPr>
          </a:p>
        </p:txBody>
      </p:sp>
      <p:sp>
        <p:nvSpPr>
          <p:cNvPr id="140" name="テキスト ボックス 139">
            <a:extLst>
              <a:ext uri="{FF2B5EF4-FFF2-40B4-BE49-F238E27FC236}">
                <a16:creationId xmlns:a16="http://schemas.microsoft.com/office/drawing/2014/main" id="{8DFF0091-E2C2-8374-5A94-FB6AA20994B5}"/>
              </a:ext>
            </a:extLst>
          </p:cNvPr>
          <p:cNvSpPr txBox="1"/>
          <p:nvPr/>
        </p:nvSpPr>
        <p:spPr>
          <a:xfrm>
            <a:off x="9015336" y="325463"/>
            <a:ext cx="4039980" cy="858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GS行書体" panose="03000600000000000000" pitchFamily="66" charset="-128"/>
                <a:ea typeface="HGS行書体" panose="03000600000000000000" pitchFamily="66" charset="-128"/>
                <a:cs typeface="+mn-cs"/>
              </a:rPr>
              <a:t>右クリック</a:t>
            </a:r>
            <a:endParaRPr kumimoji="1" lang="en-US" altLang="ja-JP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GS行書体" panose="03000600000000000000" pitchFamily="66" charset="-128"/>
              <a:ea typeface="HGS行書体" panose="03000600000000000000" pitchFamily="66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GS行書体" panose="03000600000000000000" pitchFamily="66" charset="-128"/>
                <a:ea typeface="HGS行書体" panose="03000600000000000000" pitchFamily="66" charset="-128"/>
                <a:cs typeface="+mn-cs"/>
              </a:rPr>
              <a:t>選択ユニットの移動先を確定</a:t>
            </a:r>
          </a:p>
        </p:txBody>
      </p:sp>
      <p:sp>
        <p:nvSpPr>
          <p:cNvPr id="141" name="矢印: 右 140">
            <a:extLst>
              <a:ext uri="{FF2B5EF4-FFF2-40B4-BE49-F238E27FC236}">
                <a16:creationId xmlns:a16="http://schemas.microsoft.com/office/drawing/2014/main" id="{9F41BA0A-7BAA-FA41-1A50-D4CF3544C066}"/>
              </a:ext>
            </a:extLst>
          </p:cNvPr>
          <p:cNvSpPr/>
          <p:nvPr/>
        </p:nvSpPr>
        <p:spPr>
          <a:xfrm rot="7101079">
            <a:off x="9935489" y="1793385"/>
            <a:ext cx="1442672" cy="244053"/>
          </a:xfrm>
          <a:prstGeom prst="right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游ゴシック" panose="020B0400000000000000" pitchFamily="50" charset="-128"/>
              <a:cs typeface="+mn-cs"/>
            </a:endParaRPr>
          </a:p>
        </p:txBody>
      </p:sp>
      <p:sp>
        <p:nvSpPr>
          <p:cNvPr id="142" name="テキスト ボックス 141">
            <a:extLst>
              <a:ext uri="{FF2B5EF4-FFF2-40B4-BE49-F238E27FC236}">
                <a16:creationId xmlns:a16="http://schemas.microsoft.com/office/drawing/2014/main" id="{84CE8AD2-FFCC-92F2-F671-EA8530D77FCE}"/>
              </a:ext>
            </a:extLst>
          </p:cNvPr>
          <p:cNvSpPr txBox="1"/>
          <p:nvPr/>
        </p:nvSpPr>
        <p:spPr>
          <a:xfrm>
            <a:off x="6287384" y="5227081"/>
            <a:ext cx="2604623" cy="858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GS行書体" panose="03000600000000000000" pitchFamily="66" charset="-128"/>
                <a:ea typeface="HGS行書体" panose="03000600000000000000" pitchFamily="66" charset="-128"/>
                <a:cs typeface="+mn-cs"/>
              </a:rPr>
              <a:t>スクロール</a:t>
            </a:r>
            <a:endParaRPr kumimoji="1" lang="en-US" altLang="ja-JP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GS行書体" panose="03000600000000000000" pitchFamily="66" charset="-128"/>
              <a:ea typeface="HGS行書体" panose="03000600000000000000" pitchFamily="66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GS行書体" panose="03000600000000000000" pitchFamily="66" charset="-128"/>
                <a:ea typeface="HGS行書体" panose="03000600000000000000" pitchFamily="66" charset="-128"/>
                <a:cs typeface="+mn-cs"/>
              </a:rPr>
              <a:t>画面の拡大・縮小</a:t>
            </a:r>
          </a:p>
        </p:txBody>
      </p:sp>
      <p:sp>
        <p:nvSpPr>
          <p:cNvPr id="143" name="矢印: 右 142">
            <a:extLst>
              <a:ext uri="{FF2B5EF4-FFF2-40B4-BE49-F238E27FC236}">
                <a16:creationId xmlns:a16="http://schemas.microsoft.com/office/drawing/2014/main" id="{115E0203-3F4B-5FBF-84BA-D0B2C22C455C}"/>
              </a:ext>
            </a:extLst>
          </p:cNvPr>
          <p:cNvSpPr/>
          <p:nvPr/>
        </p:nvSpPr>
        <p:spPr>
          <a:xfrm rot="18418670">
            <a:off x="7381757" y="4105872"/>
            <a:ext cx="3035199" cy="295900"/>
          </a:xfrm>
          <a:prstGeom prst="right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游ゴシック" panose="020B0400000000000000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76571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E18596E3-1A0C-6BF4-780B-146ED3F1C1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図 4" descr="レゴ, 座る, テーブル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5AA088C9-5B2E-8742-68D1-4C80CBB355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34022" y="-880314"/>
            <a:ext cx="14726022" cy="8283388"/>
          </a:xfrm>
          <a:prstGeom prst="rect">
            <a:avLst/>
          </a:prstGeom>
        </p:spPr>
      </p:pic>
      <p:sp>
        <p:nvSpPr>
          <p:cNvPr id="7" name="スクロール: 横 6">
            <a:extLst>
              <a:ext uri="{FF2B5EF4-FFF2-40B4-BE49-F238E27FC236}">
                <a16:creationId xmlns:a16="http://schemas.microsoft.com/office/drawing/2014/main" id="{1F6E0B71-E889-829E-D4A8-DA59504385DF}"/>
              </a:ext>
            </a:extLst>
          </p:cNvPr>
          <p:cNvSpPr/>
          <p:nvPr/>
        </p:nvSpPr>
        <p:spPr>
          <a:xfrm>
            <a:off x="7151913" y="391886"/>
            <a:ext cx="4376058" cy="2340428"/>
          </a:xfrm>
          <a:prstGeom prst="horizontalScroll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岡山城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lang="ja-JP" altLang="en-US" dirty="0"/>
              <a:t>本ゲームの拠点</a:t>
            </a:r>
            <a:endParaRPr lang="en-US" altLang="ja-JP" dirty="0"/>
          </a:p>
          <a:p>
            <a:r>
              <a:rPr lang="ja-JP" altLang="en-US" dirty="0"/>
              <a:t>耐久力が０になるとゲームオーバーとなってしまう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94708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コンテンツ プレースホルダー 8" descr="小さい, 空気, 暗い, 大きい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BABA06F3-CBBA-A150-9C0C-C7E5B65D6D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96989" y="-1040466"/>
            <a:ext cx="15891433" cy="8938932"/>
          </a:xfrm>
          <a:prstGeom prst="rect">
            <a:avLst/>
          </a:prstGeom>
        </p:spPr>
      </p:pic>
      <p:sp>
        <p:nvSpPr>
          <p:cNvPr id="13" name="スクロール: 横 12">
            <a:extLst>
              <a:ext uri="{FF2B5EF4-FFF2-40B4-BE49-F238E27FC236}">
                <a16:creationId xmlns:a16="http://schemas.microsoft.com/office/drawing/2014/main" id="{E1733D75-641F-3FD7-844C-4C623BFB0DC1}"/>
              </a:ext>
            </a:extLst>
          </p:cNvPr>
          <p:cNvSpPr/>
          <p:nvPr/>
        </p:nvSpPr>
        <p:spPr>
          <a:xfrm>
            <a:off x="7151913" y="391886"/>
            <a:ext cx="4376058" cy="2340428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伐採機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lang="en-US" altLang="ja-JP" dirty="0"/>
              <a:t>AoE</a:t>
            </a:r>
            <a:r>
              <a:rPr lang="ja-JP" altLang="en-US" dirty="0"/>
              <a:t>モチーフの伐採機</a:t>
            </a:r>
            <a:endParaRPr kumimoji="1" lang="en-US" altLang="ja-JP" dirty="0"/>
          </a:p>
          <a:p>
            <a:r>
              <a:rPr kumimoji="1" lang="ja-JP" altLang="en-US" dirty="0"/>
              <a:t>設置すると自動で木材を回収してくれる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894897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輸送, 飛ぶ, 暗い, 飛行機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65652AF-8D61-EB3E-20AA-A41A6D9EB6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93472" y="0"/>
            <a:ext cx="15885472" cy="8935579"/>
          </a:xfrm>
          <a:prstGeom prst="rect">
            <a:avLst/>
          </a:prstGeom>
        </p:spPr>
      </p:pic>
      <p:sp>
        <p:nvSpPr>
          <p:cNvPr id="6" name="スクロール: 横 5">
            <a:extLst>
              <a:ext uri="{FF2B5EF4-FFF2-40B4-BE49-F238E27FC236}">
                <a16:creationId xmlns:a16="http://schemas.microsoft.com/office/drawing/2014/main" id="{6403E06A-DD06-5BEE-E043-E422AF9B6D91}"/>
              </a:ext>
            </a:extLst>
          </p:cNvPr>
          <p:cNvSpPr/>
          <p:nvPr/>
        </p:nvSpPr>
        <p:spPr>
          <a:xfrm>
            <a:off x="7582219" y="519314"/>
            <a:ext cx="4376058" cy="2340428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集</a:t>
            </a:r>
            <a:r>
              <a:rPr lang="ja-JP" altLang="en-US" dirty="0"/>
              <a:t>石機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kumimoji="1" lang="en-US" altLang="ja-JP" dirty="0"/>
              <a:t>AoE</a:t>
            </a:r>
            <a:r>
              <a:rPr kumimoji="1" lang="ja-JP" altLang="en-US" dirty="0"/>
              <a:t>モチーフの集石機</a:t>
            </a:r>
            <a:endParaRPr kumimoji="1" lang="en-US" altLang="ja-JP" dirty="0"/>
          </a:p>
          <a:p>
            <a:r>
              <a:rPr kumimoji="1" lang="ja-JP" altLang="en-US" dirty="0"/>
              <a:t>設置すると自動で石材を回収してくれる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936849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 descr="ケーキ, テーブル, 食品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504A610D-7661-C9FB-3F32-05680D6CD7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13772" y="-537884"/>
            <a:ext cx="16128501" cy="9072283"/>
          </a:xfrm>
        </p:spPr>
      </p:pic>
      <p:sp>
        <p:nvSpPr>
          <p:cNvPr id="6" name="スクロール: 横 5">
            <a:extLst>
              <a:ext uri="{FF2B5EF4-FFF2-40B4-BE49-F238E27FC236}">
                <a16:creationId xmlns:a16="http://schemas.microsoft.com/office/drawing/2014/main" id="{FB9B7842-1DCD-B40C-8E2C-DBCAE756E8EA}"/>
              </a:ext>
            </a:extLst>
          </p:cNvPr>
          <p:cNvSpPr/>
          <p:nvPr/>
        </p:nvSpPr>
        <p:spPr>
          <a:xfrm>
            <a:off x="7618078" y="0"/>
            <a:ext cx="4376058" cy="2563906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ネオンモール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kumimoji="1" lang="ja-JP" altLang="en-US" dirty="0"/>
              <a:t>どこか見覚えのあるショッピングモール</a:t>
            </a:r>
            <a:endParaRPr kumimoji="1" lang="en-US" altLang="ja-JP" dirty="0"/>
          </a:p>
          <a:p>
            <a:r>
              <a:rPr kumimoji="1" lang="ja-JP" altLang="en-US" dirty="0"/>
              <a:t>設置すると自動で金を回収してくれる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41137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CA21D-577A-3497-EEB6-802B52339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記号, 座る, テーブル, ベッド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43F29C5-F6B0-AB75-C14A-0C86550F8A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スクロール: 横 5">
            <a:extLst>
              <a:ext uri="{FF2B5EF4-FFF2-40B4-BE49-F238E27FC236}">
                <a16:creationId xmlns:a16="http://schemas.microsoft.com/office/drawing/2014/main" id="{3410C670-32EE-3EE5-7544-22A34CFDB7CD}"/>
              </a:ext>
            </a:extLst>
          </p:cNvPr>
          <p:cNvSpPr/>
          <p:nvPr/>
        </p:nvSpPr>
        <p:spPr>
          <a:xfrm>
            <a:off x="7492572" y="555811"/>
            <a:ext cx="4376058" cy="2563906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老人ホーム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lang="ja-JP" altLang="en-US" dirty="0"/>
              <a:t>人生の終着地点</a:t>
            </a:r>
            <a:endParaRPr lang="en-US" altLang="ja-JP" dirty="0"/>
          </a:p>
          <a:p>
            <a:r>
              <a:rPr lang="ja-JP" altLang="en-US" dirty="0"/>
              <a:t>老人ホーム</a:t>
            </a:r>
            <a:r>
              <a:rPr kumimoji="1" lang="ja-JP" altLang="en-US" dirty="0"/>
              <a:t>を設置すると，そこからユニットが生まれてくるようになる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5868417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9D5B9-DBFF-93CF-7CAA-0C01810B3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ランプ, 小さい, コンピュータ, テーブル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2C8DECE-72B3-B174-BA67-167E14D7D7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0883" y="-717175"/>
            <a:ext cx="15522883" cy="8731622"/>
          </a:xfrm>
          <a:prstGeom prst="rect">
            <a:avLst/>
          </a:prstGeom>
        </p:spPr>
      </p:pic>
      <p:sp>
        <p:nvSpPr>
          <p:cNvPr id="6" name="スクロール: 横 5">
            <a:extLst>
              <a:ext uri="{FF2B5EF4-FFF2-40B4-BE49-F238E27FC236}">
                <a16:creationId xmlns:a16="http://schemas.microsoft.com/office/drawing/2014/main" id="{126EC174-A1F3-83A1-3DD4-75718AF53FEE}"/>
              </a:ext>
            </a:extLst>
          </p:cNvPr>
          <p:cNvSpPr/>
          <p:nvPr/>
        </p:nvSpPr>
        <p:spPr>
          <a:xfrm>
            <a:off x="7384995" y="2366683"/>
            <a:ext cx="4376058" cy="2563906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桃太郎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lang="ja-JP" altLang="en-US" dirty="0"/>
              <a:t>岡山を守り抜くべく生まれてきた男</a:t>
            </a:r>
            <a:endParaRPr lang="en-US" altLang="ja-JP" dirty="0"/>
          </a:p>
          <a:p>
            <a:r>
              <a:rPr lang="ja-JP" altLang="en-US" dirty="0"/>
              <a:t>実は鬼は悪ではなく桃太郎がただの窃盗犯という考察，好きです．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7650656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09CAE-1361-E5E0-83C2-E5B49BACA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グリーン, 屋内, 小さい, 座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7FB555F8-D367-8432-7B11-EA200E45FA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577914" y="-681318"/>
            <a:ext cx="13403231" cy="7539318"/>
          </a:xfrm>
          <a:prstGeom prst="rect">
            <a:avLst/>
          </a:prstGeom>
        </p:spPr>
      </p:pic>
      <p:pic>
        <p:nvPicPr>
          <p:cNvPr id="4" name="図 3" descr="グリーン, 屋内, 小さい, 座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E13E3540-CD5E-2586-5DC8-E239DA6A1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3403" y="-340659"/>
            <a:ext cx="13403231" cy="7539318"/>
          </a:xfrm>
          <a:prstGeom prst="rect">
            <a:avLst/>
          </a:prstGeom>
        </p:spPr>
      </p:pic>
      <p:sp>
        <p:nvSpPr>
          <p:cNvPr id="5" name="スクロール: 横 4">
            <a:extLst>
              <a:ext uri="{FF2B5EF4-FFF2-40B4-BE49-F238E27FC236}">
                <a16:creationId xmlns:a16="http://schemas.microsoft.com/office/drawing/2014/main" id="{FFB99953-A4A5-A38D-9016-90F2CD0D4C66}"/>
              </a:ext>
            </a:extLst>
          </p:cNvPr>
          <p:cNvSpPr/>
          <p:nvPr/>
        </p:nvSpPr>
        <p:spPr>
          <a:xfrm>
            <a:off x="7277419" y="524435"/>
            <a:ext cx="4376058" cy="2563906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おじいさん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lang="ja-JP" altLang="en-US" dirty="0"/>
              <a:t>孫の為なら危険を顧みずに戦う</a:t>
            </a:r>
            <a:endParaRPr lang="en-US" altLang="ja-JP" dirty="0"/>
          </a:p>
          <a:p>
            <a:r>
              <a:rPr kumimoji="1" lang="ja-JP" altLang="en-US" dirty="0"/>
              <a:t>桃の中に桃太</a:t>
            </a:r>
            <a:r>
              <a:rPr lang="ja-JP" altLang="en-US" dirty="0"/>
              <a:t>郎説の他に，桃を食べて若返る説というのがあるらしい．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2971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F7E8D-F5FF-FDE9-F2DC-6110AA75C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クマの人形&#10;&#10;AI 生成コンテンツは誤りを含む可能性があります。">
            <a:extLst>
              <a:ext uri="{FF2B5EF4-FFF2-40B4-BE49-F238E27FC236}">
                <a16:creationId xmlns:a16="http://schemas.microsoft.com/office/drawing/2014/main" id="{AA842678-D620-5A1B-0FAF-2B7AF228E9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9479" y="-1093693"/>
            <a:ext cx="16895479" cy="9503708"/>
          </a:xfrm>
          <a:prstGeom prst="rect">
            <a:avLst/>
          </a:prstGeom>
        </p:spPr>
      </p:pic>
      <p:sp>
        <p:nvSpPr>
          <p:cNvPr id="4" name="スクロール: 横 3">
            <a:extLst>
              <a:ext uri="{FF2B5EF4-FFF2-40B4-BE49-F238E27FC236}">
                <a16:creationId xmlns:a16="http://schemas.microsoft.com/office/drawing/2014/main" id="{5E2A0321-A796-45CB-A049-742F5053D432}"/>
              </a:ext>
            </a:extLst>
          </p:cNvPr>
          <p:cNvSpPr/>
          <p:nvPr/>
        </p:nvSpPr>
        <p:spPr>
          <a:xfrm>
            <a:off x="7420855" y="865094"/>
            <a:ext cx="4376058" cy="2563906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おばあさん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lang="ja-JP" altLang="en-US" dirty="0"/>
              <a:t>孫の為なら危険を顧みずに戦う</a:t>
            </a:r>
            <a:endParaRPr lang="en-US" altLang="ja-JP" dirty="0"/>
          </a:p>
          <a:p>
            <a:r>
              <a:rPr kumimoji="1" lang="ja-JP" altLang="en-US" dirty="0"/>
              <a:t>優しそうな顔の裏には，鬼を倒すという意思が隠れている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661521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22996-0584-1211-D3F9-F5CD033CE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机の上に置いてあるランプ&#10;&#10;AI 生成コンテンツは誤りを含む可能性があります。">
            <a:extLst>
              <a:ext uri="{FF2B5EF4-FFF2-40B4-BE49-F238E27FC236}">
                <a16:creationId xmlns:a16="http://schemas.microsoft.com/office/drawing/2014/main" id="{489CE221-0EA2-5B7D-04A2-BC7F4421C9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スクロール: 横 5">
            <a:extLst>
              <a:ext uri="{FF2B5EF4-FFF2-40B4-BE49-F238E27FC236}">
                <a16:creationId xmlns:a16="http://schemas.microsoft.com/office/drawing/2014/main" id="{3E3980DF-DDBF-9B48-1C30-4820704C806A}"/>
              </a:ext>
            </a:extLst>
          </p:cNvPr>
          <p:cNvSpPr/>
          <p:nvPr/>
        </p:nvSpPr>
        <p:spPr>
          <a:xfrm>
            <a:off x="7277419" y="524435"/>
            <a:ext cx="4376058" cy="2563906"/>
          </a:xfrm>
          <a:prstGeom prst="horizontalScroll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鬼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lang="ja-JP" altLang="en-US" dirty="0"/>
              <a:t>敵キャラ</a:t>
            </a:r>
            <a:endParaRPr lang="en-US" altLang="ja-JP" dirty="0"/>
          </a:p>
          <a:p>
            <a:r>
              <a:rPr kumimoji="1" lang="ja-JP" altLang="en-US" dirty="0"/>
              <a:t>手に持っている殺意高めの金棒ですべてを蹂躙していく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445618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DBC8-ACF8-902C-342D-219B62B59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599C03E-F6D6-0B4E-3EC9-780FE8B56EFB}"/>
              </a:ext>
            </a:extLst>
          </p:cNvPr>
          <p:cNvSpPr txBox="1"/>
          <p:nvPr/>
        </p:nvSpPr>
        <p:spPr>
          <a:xfrm>
            <a:off x="838199" y="2705725"/>
            <a:ext cx="1051560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8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「</a:t>
            </a:r>
            <a:r>
              <a:rPr kumimoji="1" lang="en-US" altLang="ja-JP" sz="8800" b="1" dirty="0">
                <a:latin typeface="HGP行書体" panose="03000600000000000000" pitchFamily="66" charset="-128"/>
                <a:ea typeface="HGP行書体" panose="03000600000000000000" pitchFamily="66" charset="-128"/>
              </a:rPr>
              <a:t>ESC</a:t>
            </a:r>
            <a:r>
              <a:rPr kumimoji="1" lang="ja-JP" altLang="en-US" sz="88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」でメニューに戻る</a:t>
            </a:r>
          </a:p>
        </p:txBody>
      </p:sp>
    </p:spTree>
    <p:extLst>
      <p:ext uri="{BB962C8B-B14F-4D97-AF65-F5344CB8AC3E}">
        <p14:creationId xmlns:p14="http://schemas.microsoft.com/office/powerpoint/2010/main" val="37624333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1_Office Theme">
  <a:themeElements>
    <a:clrScheme name="グレースケール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167</TotalTime>
  <Words>438</Words>
  <Application>Microsoft Office PowerPoint</Application>
  <PresentationFormat>ワイド画面</PresentationFormat>
  <Paragraphs>51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11</vt:i4>
      </vt:variant>
    </vt:vector>
  </HeadingPairs>
  <TitlesOfParts>
    <vt:vector size="18" baseType="lpstr">
      <vt:lpstr>HGP行書体</vt:lpstr>
      <vt:lpstr>HGS行書体</vt:lpstr>
      <vt:lpstr>Aptos</vt:lpstr>
      <vt:lpstr>Aptos Display</vt:lpstr>
      <vt:lpstr>Arial</vt:lpstr>
      <vt:lpstr>Office Theme</vt:lpstr>
      <vt:lpstr>1_Office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大野 颯也</dc:creator>
  <cp:lastModifiedBy>大野 颯也</cp:lastModifiedBy>
  <cp:revision>7</cp:revision>
  <dcterms:created xsi:type="dcterms:W3CDTF">2025-08-23T06:26:17Z</dcterms:created>
  <dcterms:modified xsi:type="dcterms:W3CDTF">2025-08-24T05:11:36Z</dcterms:modified>
</cp:coreProperties>
</file>